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" charset="1" panose="02000503000000020004"/>
      <p:regular r:id="rId20"/>
    </p:embeddedFont>
    <p:embeddedFont>
      <p:font typeface="TT Norms Bold" charset="1" panose="02000803030000020004"/>
      <p:regular r:id="rId21"/>
    </p:embeddedFont>
    <p:embeddedFont>
      <p:font typeface="Inter Bold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Hi, I’m Tomika “Micley” Williams. I built Res-Q AI because I know firsthand what it’s like to arrive on a scene with incomplete or unclear information. As a firefighter and medic, those first seconds matter the most.</a:t>
            </a:r>
          </a:p>
          <a:p>
            <a:r>
              <a:rPr lang="en-US"/>
              <a:t/>
            </a:r>
          </a:p>
          <a:p>
            <a:r>
              <a:rPr lang="en-US"/>
              <a:t>Res-Q AI turns a short dispatcher call into a clean 3–5 bullet hazard summary — incident type, risks, occupancy, and what responders should expect. It’s small, fast on purpose, and designed for real-world emergency workflows.</a:t>
            </a:r>
          </a:p>
          <a:p>
            <a:r>
              <a:rPr lang="en-US"/>
              <a:t/>
            </a:r>
          </a:p>
          <a:p>
            <a:r>
              <a:rPr lang="en-US"/>
              <a:t>This prototype shows how AI can give first responders a quick snapshot before they ever step out of the truck.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Res-Q AI takes short dispatcher-style calls and converts them into a clean 3–5 bullet hazard summary - visual snapshot of the scene.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gives us the reliability, security, and scale needed to support public-safety environments without cutting corners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It extracts incident type, hazards, occupancy, and responder risks — nothing extra.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Faster scene understanding directly affects containment time, treatment priorities, and on-scene safety.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It gives crews a fast snapshot before stepping off the truck. Simple, fast, and designed for real emergency workflows.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878" y="355082"/>
            <a:ext cx="16066511" cy="8171332"/>
          </a:xfrm>
          <a:custGeom>
            <a:avLst/>
            <a:gdLst/>
            <a:ahLst/>
            <a:cxnLst/>
            <a:rect r="r" b="b" t="t" l="l"/>
            <a:pathLst>
              <a:path h="8171332" w="16066511">
                <a:moveTo>
                  <a:pt x="0" y="0"/>
                </a:moveTo>
                <a:lnTo>
                  <a:pt x="16066511" y="0"/>
                </a:lnTo>
                <a:lnTo>
                  <a:pt x="16066511" y="8171332"/>
                </a:lnTo>
                <a:lnTo>
                  <a:pt x="0" y="8171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10" r="0" b="-311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85393" y="6600316"/>
            <a:ext cx="7403686" cy="238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9"/>
              </a:lnSpc>
              <a:spcBef>
                <a:spcPct val="0"/>
              </a:spcBef>
            </a:pPr>
            <a:r>
              <a:rPr lang="en-US" sz="14063">
                <a:solidFill>
                  <a:srgbClr val="F9C846"/>
                </a:solidFill>
                <a:latin typeface="Inter"/>
                <a:ea typeface="Inter"/>
                <a:cs typeface="Inter"/>
                <a:sym typeface="Inter"/>
              </a:rPr>
              <a:t>Res-Q</a:t>
            </a:r>
            <a:r>
              <a:rPr lang="en-US" sz="14063">
                <a:solidFill>
                  <a:srgbClr val="F9C846"/>
                </a:solidFill>
                <a:latin typeface="Inter"/>
                <a:ea typeface="Inter"/>
                <a:cs typeface="Inter"/>
                <a:sym typeface="Inter"/>
              </a:rPr>
              <a:t>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17914" y="8940391"/>
            <a:ext cx="11687634" cy="82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0"/>
              </a:lnSpc>
            </a:pPr>
            <a:r>
              <a:rPr lang="en-US" sz="23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scene clarity for first responders — before wheels touch the ground.</a:t>
            </a:r>
          </a:p>
          <a:p>
            <a:pPr algn="ctr">
              <a:lnSpc>
                <a:spcPts val="333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9855962"/>
            <a:ext cx="9356568" cy="43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rPr>
              <a:t>By T</a:t>
            </a:r>
            <a:r>
              <a:rPr lang="en-US" sz="2529">
                <a:solidFill>
                  <a:srgbClr val="CFCFCF"/>
                </a:solidFill>
                <a:latin typeface="Inter"/>
                <a:ea typeface="Inter"/>
                <a:cs typeface="Inter"/>
                <a:sym typeface="Inter"/>
              </a:rPr>
              <a:t>omika “Mickey” Williams — GitHub: ButtaBean11/resq-ai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8887" y="3945946"/>
            <a:ext cx="4391256" cy="3740289"/>
            <a:chOff x="0" y="0"/>
            <a:chExt cx="1415828" cy="120594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15828" cy="1205943"/>
            </a:xfrm>
            <a:custGeom>
              <a:avLst/>
              <a:gdLst/>
              <a:ahLst/>
              <a:cxnLst/>
              <a:rect r="r" b="b" t="t" l="l"/>
              <a:pathLst>
                <a:path h="1205943" w="1415828">
                  <a:moveTo>
                    <a:pt x="472198" y="19070"/>
                  </a:moveTo>
                  <a:cubicBezTo>
                    <a:pt x="544549" y="7556"/>
                    <a:pt x="627304" y="0"/>
                    <a:pt x="708295" y="0"/>
                  </a:cubicBezTo>
                  <a:cubicBezTo>
                    <a:pt x="789289" y="0"/>
                    <a:pt x="867224" y="6476"/>
                    <a:pt x="939045" y="17990"/>
                  </a:cubicBezTo>
                  <a:cubicBezTo>
                    <a:pt x="940575" y="18350"/>
                    <a:pt x="942103" y="18350"/>
                    <a:pt x="943630" y="18710"/>
                  </a:cubicBezTo>
                  <a:cubicBezTo>
                    <a:pt x="1213348" y="64765"/>
                    <a:pt x="1412008" y="186379"/>
                    <a:pt x="1415828" y="337235"/>
                  </a:cubicBezTo>
                  <a:lnTo>
                    <a:pt x="1415828" y="1205943"/>
                  </a:lnTo>
                  <a:lnTo>
                    <a:pt x="0" y="1205943"/>
                  </a:lnTo>
                  <a:lnTo>
                    <a:pt x="0" y="337880"/>
                  </a:lnTo>
                  <a:cubicBezTo>
                    <a:pt x="3820" y="185660"/>
                    <a:pt x="199423" y="64045"/>
                    <a:pt x="472198" y="19070"/>
                  </a:cubicBezTo>
                  <a:close/>
                </a:path>
              </a:pathLst>
            </a:custGeom>
            <a:solidFill>
              <a:srgbClr val="F451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9375"/>
              <a:ext cx="1415828" cy="112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57377" y="4028701"/>
            <a:ext cx="4352374" cy="3707171"/>
            <a:chOff x="0" y="0"/>
            <a:chExt cx="1415828" cy="120594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15828" cy="1205943"/>
            </a:xfrm>
            <a:custGeom>
              <a:avLst/>
              <a:gdLst/>
              <a:ahLst/>
              <a:cxnLst/>
              <a:rect r="r" b="b" t="t" l="l"/>
              <a:pathLst>
                <a:path h="1205943" w="1415828">
                  <a:moveTo>
                    <a:pt x="472198" y="19070"/>
                  </a:moveTo>
                  <a:cubicBezTo>
                    <a:pt x="544549" y="7556"/>
                    <a:pt x="627304" y="0"/>
                    <a:pt x="708295" y="0"/>
                  </a:cubicBezTo>
                  <a:cubicBezTo>
                    <a:pt x="789289" y="0"/>
                    <a:pt x="867224" y="6476"/>
                    <a:pt x="939045" y="17990"/>
                  </a:cubicBezTo>
                  <a:cubicBezTo>
                    <a:pt x="940575" y="18350"/>
                    <a:pt x="942103" y="18350"/>
                    <a:pt x="943630" y="18710"/>
                  </a:cubicBezTo>
                  <a:cubicBezTo>
                    <a:pt x="1213348" y="64765"/>
                    <a:pt x="1412008" y="186379"/>
                    <a:pt x="1415828" y="337235"/>
                  </a:cubicBezTo>
                  <a:lnTo>
                    <a:pt x="1415828" y="1205943"/>
                  </a:lnTo>
                  <a:lnTo>
                    <a:pt x="0" y="1205943"/>
                  </a:lnTo>
                  <a:lnTo>
                    <a:pt x="0" y="337880"/>
                  </a:lnTo>
                  <a:cubicBezTo>
                    <a:pt x="3820" y="185660"/>
                    <a:pt x="199423" y="64045"/>
                    <a:pt x="472198" y="19070"/>
                  </a:cubicBezTo>
                  <a:close/>
                </a:path>
              </a:pathLst>
            </a:custGeom>
            <a:solidFill>
              <a:srgbClr val="FFCC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1415828" cy="1126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12212" y="3735834"/>
            <a:ext cx="4498631" cy="3917283"/>
            <a:chOff x="0" y="0"/>
            <a:chExt cx="1146304" cy="998170"/>
          </a:xfrm>
        </p:grpSpPr>
        <p:sp>
          <p:nvSpPr>
            <p:cNvPr name="Freeform 9" id="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146304" cy="998170"/>
            </a:xfrm>
            <a:custGeom>
              <a:avLst/>
              <a:gdLst/>
              <a:ahLst/>
              <a:cxnLst/>
              <a:rect r="r" b="b" t="t" l="l"/>
              <a:pathLst>
                <a:path h="998170" w="1146304">
                  <a:moveTo>
                    <a:pt x="382308" y="19070"/>
                  </a:moveTo>
                  <a:cubicBezTo>
                    <a:pt x="440886" y="7556"/>
                    <a:pt x="507888" y="0"/>
                    <a:pt x="573461" y="0"/>
                  </a:cubicBezTo>
                  <a:cubicBezTo>
                    <a:pt x="639036" y="0"/>
                    <a:pt x="702136" y="6476"/>
                    <a:pt x="760284" y="17990"/>
                  </a:cubicBezTo>
                  <a:cubicBezTo>
                    <a:pt x="761523" y="18350"/>
                    <a:pt x="762760" y="18350"/>
                    <a:pt x="763996" y="18710"/>
                  </a:cubicBezTo>
                  <a:cubicBezTo>
                    <a:pt x="982369" y="64765"/>
                    <a:pt x="1143211" y="186379"/>
                    <a:pt x="1146304" y="332620"/>
                  </a:cubicBezTo>
                  <a:lnTo>
                    <a:pt x="1146304" y="998170"/>
                  </a:lnTo>
                  <a:lnTo>
                    <a:pt x="0" y="998170"/>
                  </a:lnTo>
                  <a:lnTo>
                    <a:pt x="0" y="333114"/>
                  </a:lnTo>
                  <a:cubicBezTo>
                    <a:pt x="3093" y="185660"/>
                    <a:pt x="161460" y="64045"/>
                    <a:pt x="382308" y="19070"/>
                  </a:cubicBezTo>
                  <a:close/>
                </a:path>
              </a:pathLst>
            </a:custGeom>
            <a:solidFill>
              <a:srgbClr val="FF8A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79375"/>
              <a:ext cx="1146304" cy="918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12563" y="5816090"/>
            <a:ext cx="511388" cy="572379"/>
            <a:chOff x="0" y="0"/>
            <a:chExt cx="726191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6191" cy="812800"/>
            </a:xfrm>
            <a:custGeom>
              <a:avLst/>
              <a:gdLst/>
              <a:ahLst/>
              <a:cxnLst/>
              <a:rect r="r" b="b" t="t" l="l"/>
              <a:pathLst>
                <a:path h="812800" w="726191">
                  <a:moveTo>
                    <a:pt x="726191" y="406400"/>
                  </a:moveTo>
                  <a:lnTo>
                    <a:pt x="319791" y="0"/>
                  </a:lnTo>
                  <a:lnTo>
                    <a:pt x="31979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319791" y="609600"/>
                  </a:lnTo>
                  <a:lnTo>
                    <a:pt x="319791" y="812800"/>
                  </a:lnTo>
                  <a:lnTo>
                    <a:pt x="726191" y="406400"/>
                  </a:lnTo>
                  <a:close/>
                </a:path>
              </a:pathLst>
            </a:custGeom>
            <a:solidFill>
              <a:srgbClr val="FF8A6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55575"/>
              <a:ext cx="62459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24792" y="5816090"/>
            <a:ext cx="572379" cy="5723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8A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70174" y="4870408"/>
            <a:ext cx="4308682" cy="2782709"/>
          </a:xfrm>
          <a:custGeom>
            <a:avLst/>
            <a:gdLst/>
            <a:ahLst/>
            <a:cxnLst/>
            <a:rect r="r" b="b" t="t" l="l"/>
            <a:pathLst>
              <a:path h="2782709" w="4308682">
                <a:moveTo>
                  <a:pt x="0" y="0"/>
                </a:moveTo>
                <a:lnTo>
                  <a:pt x="4308682" y="0"/>
                </a:lnTo>
                <a:lnTo>
                  <a:pt x="4308682" y="2782709"/>
                </a:lnTo>
                <a:lnTo>
                  <a:pt x="0" y="2782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64" t="0" r="-7664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07815" y="4870408"/>
            <a:ext cx="4251497" cy="2815827"/>
          </a:xfrm>
          <a:custGeom>
            <a:avLst/>
            <a:gdLst/>
            <a:ahLst/>
            <a:cxnLst/>
            <a:rect r="r" b="b" t="t" l="l"/>
            <a:pathLst>
              <a:path h="2815827" w="4251497">
                <a:moveTo>
                  <a:pt x="0" y="0"/>
                </a:moveTo>
                <a:lnTo>
                  <a:pt x="4251497" y="0"/>
                </a:lnTo>
                <a:lnTo>
                  <a:pt x="4251497" y="2815827"/>
                </a:lnTo>
                <a:lnTo>
                  <a:pt x="0" y="2815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35" t="0" r="-9135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289108" y="4870408"/>
            <a:ext cx="4344838" cy="2734616"/>
          </a:xfrm>
          <a:custGeom>
            <a:avLst/>
            <a:gdLst/>
            <a:ahLst/>
            <a:cxnLst/>
            <a:rect r="r" b="b" t="t" l="l"/>
            <a:pathLst>
              <a:path h="2734616" w="4344838">
                <a:moveTo>
                  <a:pt x="0" y="0"/>
                </a:moveTo>
                <a:lnTo>
                  <a:pt x="4344838" y="0"/>
                </a:lnTo>
                <a:lnTo>
                  <a:pt x="4344838" y="2734616"/>
                </a:lnTo>
                <a:lnTo>
                  <a:pt x="0" y="2734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95" t="0" r="-6195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720143" y="933450"/>
            <a:ext cx="884771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The Problem Nobody Admits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8887" y="7872551"/>
            <a:ext cx="4391256" cy="1589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229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rantic callers + unclear details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Crews “guess” what they’re walking into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57377" y="7899221"/>
            <a:ext cx="4352374" cy="162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592" indent="-248796" lvl="1">
              <a:lnSpc>
                <a:spcPts val="3226"/>
              </a:lnSpc>
              <a:buFont typeface="Arial"/>
              <a:buChar char="•"/>
            </a:pPr>
            <a:r>
              <a:rPr lang="en-US" sz="2304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Scene c</a:t>
            </a:r>
            <a:r>
              <a:rPr lang="en-US" sz="2304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onfusion = slower, riskier decisions</a:t>
            </a:r>
          </a:p>
          <a:p>
            <a:pPr algn="l" marL="497592" indent="-248796" lvl="1">
              <a:lnSpc>
                <a:spcPts val="3226"/>
              </a:lnSpc>
              <a:buFont typeface="Arial"/>
              <a:buChar char="•"/>
            </a:pPr>
            <a:r>
              <a:rPr lang="en-US" sz="2304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No real visuals before arrival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12212" y="7688248"/>
            <a:ext cx="507578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Delays in</a:t>
            </a:r>
            <a:r>
              <a:rPr lang="en-US" sz="229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 the first 2–5 minutes cost lives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1967" y="2131824"/>
            <a:ext cx="17259300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Dispatchers d</a:t>
            </a:r>
            <a:r>
              <a:rPr lang="en-US" sz="3600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o their best — but calls come in messy, chaotic, and incomplete.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 Crews hit the road with half the details and all the pressure.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59455" y="3940008"/>
            <a:ext cx="1722682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3" id="3"/>
          <p:cNvGrpSpPr/>
          <p:nvPr/>
        </p:nvGrpSpPr>
        <p:grpSpPr>
          <a:xfrm rot="0">
            <a:off x="1945201" y="3622523"/>
            <a:ext cx="634969" cy="6349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51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28052" y="3622523"/>
            <a:ext cx="634969" cy="63496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6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15772" y="3622523"/>
            <a:ext cx="634969" cy="63496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3E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02200" y="3622523"/>
            <a:ext cx="634969" cy="63496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6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485331" y="3622523"/>
            <a:ext cx="634969" cy="63496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511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0431" y="4538956"/>
            <a:ext cx="3184572" cy="3284509"/>
            <a:chOff x="0" y="0"/>
            <a:chExt cx="615679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5679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56790">
                  <a:moveTo>
                    <a:pt x="4925432" y="6350000"/>
                  </a:moveTo>
                  <a:lnTo>
                    <a:pt x="1231358" y="6350000"/>
                  </a:lnTo>
                  <a:cubicBezTo>
                    <a:pt x="551648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51648" y="0"/>
                    <a:pt x="1231358" y="0"/>
                  </a:cubicBezTo>
                  <a:lnTo>
                    <a:pt x="4925432" y="0"/>
                  </a:lnTo>
                  <a:cubicBezTo>
                    <a:pt x="5605142" y="0"/>
                    <a:pt x="6156790" y="568960"/>
                    <a:pt x="6156790" y="1270000"/>
                  </a:cubicBezTo>
                  <a:lnTo>
                    <a:pt x="6156790" y="5080000"/>
                  </a:lnTo>
                  <a:cubicBezTo>
                    <a:pt x="6156790" y="5781040"/>
                    <a:pt x="5605142" y="6350000"/>
                    <a:pt x="4925432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42615" t="-3049" r="-4717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221316" y="4538956"/>
            <a:ext cx="3284509" cy="3284509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9392" t="0" r="-49178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840244" y="4483919"/>
            <a:ext cx="3339545" cy="3339545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58920" t="0" r="-1965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378277" y="4585291"/>
            <a:ext cx="3130289" cy="3130289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4645" t="-876" r="-55491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708591" y="4483919"/>
            <a:ext cx="3223519" cy="3223519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39285" t="0" r="-39285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823911" y="942975"/>
            <a:ext cx="12478813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b="true" sz="43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The Blindfold First Responders Are Still Wearing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2043" y="2831948"/>
            <a:ext cx="292128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Radio Call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97782" y="2898623"/>
            <a:ext cx="190037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Cellular Phone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40244" y="2929048"/>
            <a:ext cx="26308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Paper Aerial Maps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79790" y="2971460"/>
            <a:ext cx="27802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Mental Picture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43558" y="2984348"/>
            <a:ext cx="27185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Whole lot of hope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47085" y="3714583"/>
            <a:ext cx="43120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A1A2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432371" y="3714583"/>
            <a:ext cx="43120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A1A2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17657" y="3714583"/>
            <a:ext cx="43120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A1A2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98716" y="3714583"/>
            <a:ext cx="43120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A1A2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587216" y="3714583"/>
            <a:ext cx="43120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A1A2F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463793" y="8463278"/>
            <a:ext cx="11123423" cy="79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 They need</a:t>
            </a:r>
            <a:r>
              <a:rPr lang="en-US" sz="469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 clarity — not guesswork.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07543" y="3274296"/>
            <a:ext cx="10105455" cy="6604549"/>
          </a:xfrm>
          <a:custGeom>
            <a:avLst/>
            <a:gdLst/>
            <a:ahLst/>
            <a:cxnLst/>
            <a:rect r="r" b="b" t="t" l="l"/>
            <a:pathLst>
              <a:path h="6604549" w="10105455">
                <a:moveTo>
                  <a:pt x="0" y="0"/>
                </a:moveTo>
                <a:lnTo>
                  <a:pt x="10105455" y="0"/>
                </a:lnTo>
                <a:lnTo>
                  <a:pt x="10105455" y="6604550"/>
                </a:lnTo>
                <a:lnTo>
                  <a:pt x="0" y="6604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24" t="0" r="-918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6041" y="942975"/>
            <a:ext cx="12373287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Meet Res-Q AI — Re</a:t>
            </a:r>
            <a:r>
              <a:rPr lang="en-US" b="true" sz="44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al-Time Scene Intelligence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4939" y="2174476"/>
            <a:ext cx="18013061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Res-Q AI t</a:t>
            </a:r>
            <a:r>
              <a:rPr lang="en-US" sz="3200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urns chaotic dispatch notes into a clean, visual snapshot of the scene — before crews arrive.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4939" y="4042946"/>
            <a:ext cx="7332604" cy="5888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136" indent="-378068" lvl="1">
              <a:lnSpc>
                <a:spcPts val="4903"/>
              </a:lnSpc>
              <a:buFont typeface="Arial"/>
              <a:buChar char="•"/>
            </a:pPr>
            <a:r>
              <a:rPr lang="en-US" sz="3502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3502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onverts call transcripts into simple maps</a:t>
            </a:r>
          </a:p>
          <a:p>
            <a:pPr algn="l" marL="820905" indent="-410452" lvl="1">
              <a:lnSpc>
                <a:spcPts val="5323"/>
              </a:lnSpc>
              <a:buFont typeface="Arial"/>
              <a:buChar char="•"/>
            </a:pPr>
            <a:r>
              <a:rPr lang="en-US" sz="3802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Highlights hazards &amp; entry points</a:t>
            </a:r>
          </a:p>
          <a:p>
            <a:pPr algn="l" marL="820905" indent="-410452" lvl="1">
              <a:lnSpc>
                <a:spcPts val="5323"/>
              </a:lnSpc>
              <a:buFont typeface="Arial"/>
              <a:buChar char="•"/>
            </a:pPr>
            <a:r>
              <a:rPr lang="en-US" sz="3802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Estimates number of people involved</a:t>
            </a:r>
          </a:p>
          <a:p>
            <a:pPr algn="l" marL="820905" indent="-410452" lvl="1">
              <a:lnSpc>
                <a:spcPts val="5323"/>
              </a:lnSpc>
              <a:buFont typeface="Arial"/>
              <a:buChar char="•"/>
            </a:pPr>
            <a:r>
              <a:rPr lang="en-US" sz="3802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Flags environmental risks</a:t>
            </a:r>
          </a:p>
          <a:p>
            <a:pPr algn="l" marL="820905" indent="-410452" lvl="1">
              <a:lnSpc>
                <a:spcPts val="5323"/>
              </a:lnSpc>
              <a:buFont typeface="Arial"/>
              <a:buChar char="•"/>
            </a:pPr>
            <a:r>
              <a:rPr lang="en-US" sz="3802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Gives crews situational clarity in seconds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02016" y="933450"/>
            <a:ext cx="1286361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Why </a:t>
            </a: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Azure AI? Because seconds matter.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0871" y="3348915"/>
            <a:ext cx="348973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Sp</a:t>
            </a: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eech-to-Text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5922" y="6653011"/>
            <a:ext cx="319399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V</a:t>
            </a: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ision &amp; Cognitive Services 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1505966">
            <a:off x="4010317" y="4387994"/>
            <a:ext cx="1013577" cy="291590"/>
          </a:xfrm>
          <a:custGeom>
            <a:avLst/>
            <a:gdLst/>
            <a:ahLst/>
            <a:cxnLst/>
            <a:rect r="r" b="b" t="t" l="l"/>
            <a:pathLst>
              <a:path h="291590" w="1013577">
                <a:moveTo>
                  <a:pt x="1013577" y="0"/>
                </a:moveTo>
                <a:lnTo>
                  <a:pt x="0" y="0"/>
                </a:lnTo>
                <a:lnTo>
                  <a:pt x="0" y="291590"/>
                </a:lnTo>
                <a:lnTo>
                  <a:pt x="1013577" y="291590"/>
                </a:lnTo>
                <a:lnTo>
                  <a:pt x="10135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290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144636">
            <a:off x="4218306" y="6705654"/>
            <a:ext cx="1013577" cy="291590"/>
          </a:xfrm>
          <a:custGeom>
            <a:avLst/>
            <a:gdLst/>
            <a:ahLst/>
            <a:cxnLst/>
            <a:rect r="r" b="b" t="t" l="l"/>
            <a:pathLst>
              <a:path h="291590" w="1013577">
                <a:moveTo>
                  <a:pt x="1013577" y="0"/>
                </a:moveTo>
                <a:lnTo>
                  <a:pt x="0" y="0"/>
                </a:lnTo>
                <a:lnTo>
                  <a:pt x="0" y="291590"/>
                </a:lnTo>
                <a:lnTo>
                  <a:pt x="1013577" y="291590"/>
                </a:lnTo>
                <a:lnTo>
                  <a:pt x="10135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2909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42610">
            <a:off x="13035962" y="4405239"/>
            <a:ext cx="1013577" cy="291590"/>
          </a:xfrm>
          <a:custGeom>
            <a:avLst/>
            <a:gdLst/>
            <a:ahLst/>
            <a:cxnLst/>
            <a:rect r="r" b="b" t="t" l="l"/>
            <a:pathLst>
              <a:path h="291590" w="1013577">
                <a:moveTo>
                  <a:pt x="0" y="0"/>
                </a:moveTo>
                <a:lnTo>
                  <a:pt x="1013577" y="0"/>
                </a:lnTo>
                <a:lnTo>
                  <a:pt x="1013577" y="291590"/>
                </a:lnTo>
                <a:lnTo>
                  <a:pt x="0" y="2915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2909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80146">
            <a:off x="13161852" y="6688893"/>
            <a:ext cx="1013577" cy="291590"/>
          </a:xfrm>
          <a:custGeom>
            <a:avLst/>
            <a:gdLst/>
            <a:ahLst/>
            <a:cxnLst/>
            <a:rect r="r" b="b" t="t" l="l"/>
            <a:pathLst>
              <a:path h="291590" w="1013577">
                <a:moveTo>
                  <a:pt x="0" y="0"/>
                </a:moveTo>
                <a:lnTo>
                  <a:pt x="1013577" y="0"/>
                </a:lnTo>
                <a:lnTo>
                  <a:pt x="1013577" y="291590"/>
                </a:lnTo>
                <a:lnTo>
                  <a:pt x="0" y="2915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2909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50391" y="3866797"/>
            <a:ext cx="7665340" cy="2911331"/>
          </a:xfrm>
          <a:custGeom>
            <a:avLst/>
            <a:gdLst/>
            <a:ahLst/>
            <a:cxnLst/>
            <a:rect r="r" b="b" t="t" l="l"/>
            <a:pathLst>
              <a:path h="2911331" w="7665340">
                <a:moveTo>
                  <a:pt x="0" y="0"/>
                </a:moveTo>
                <a:lnTo>
                  <a:pt x="7665340" y="0"/>
                </a:lnTo>
                <a:lnTo>
                  <a:pt x="7665340" y="2911331"/>
                </a:lnTo>
                <a:lnTo>
                  <a:pt x="0" y="2911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5" t="-2865" r="-351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25922" y="3735758"/>
            <a:ext cx="249882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4511E"/>
                </a:solidFill>
                <a:latin typeface="Inter"/>
                <a:ea typeface="Inter"/>
                <a:cs typeface="Inter"/>
                <a:sym typeface="Inter"/>
              </a:rPr>
              <a:t>Conv</a:t>
            </a:r>
            <a:r>
              <a:rPr lang="en-US" sz="2000">
                <a:solidFill>
                  <a:srgbClr val="F4511E"/>
                </a:solidFill>
                <a:latin typeface="Inter"/>
                <a:ea typeface="Inter"/>
                <a:cs typeface="Inter"/>
                <a:sym typeface="Inter"/>
              </a:rPr>
              <a:t>erts frantic caller audio into structured text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5922" y="7327762"/>
            <a:ext cx="2899172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4511E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000">
                <a:solidFill>
                  <a:srgbClr val="F4511E"/>
                </a:solidFill>
                <a:latin typeface="Inter"/>
                <a:ea typeface="Inter"/>
                <a:cs typeface="Inter"/>
                <a:sym typeface="Inter"/>
              </a:rPr>
              <a:t>etect hazards + scene indicators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60128" y="3434133"/>
            <a:ext cx="317847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Az</a:t>
            </a: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ure Functions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0128" y="3826692"/>
            <a:ext cx="289917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4511E"/>
                </a:solidFill>
                <a:latin typeface="Inter"/>
                <a:ea typeface="Inter"/>
                <a:cs typeface="Inter"/>
                <a:sym typeface="Inter"/>
              </a:rPr>
              <a:t>Real-tim</a:t>
            </a:r>
            <a:r>
              <a:rPr lang="en-US" sz="2000">
                <a:solidFill>
                  <a:srgbClr val="F4511E"/>
                </a:solidFill>
                <a:latin typeface="Inter"/>
                <a:ea typeface="Inter"/>
                <a:cs typeface="Inter"/>
                <a:sym typeface="Inter"/>
              </a:rPr>
              <a:t>e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21550" y="6636250"/>
            <a:ext cx="248745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Azure Maps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21550" y="6980036"/>
            <a:ext cx="272019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4511E"/>
                </a:solidFill>
                <a:latin typeface="Inter"/>
                <a:ea typeface="Inter"/>
                <a:cs typeface="Inter"/>
                <a:sym typeface="Inter"/>
              </a:rPr>
              <a:t>Simpl</a:t>
            </a:r>
            <a:r>
              <a:rPr lang="en-US" sz="2000">
                <a:solidFill>
                  <a:srgbClr val="F4511E"/>
                </a:solidFill>
                <a:latin typeface="Inter"/>
                <a:ea typeface="Inter"/>
                <a:cs typeface="Inter"/>
                <a:sym typeface="Inter"/>
              </a:rPr>
              <a:t>e floor/area diagrams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043001" y="5519178"/>
            <a:ext cx="1013577" cy="291590"/>
          </a:xfrm>
          <a:custGeom>
            <a:avLst/>
            <a:gdLst/>
            <a:ahLst/>
            <a:cxnLst/>
            <a:rect r="r" b="b" t="t" l="l"/>
            <a:pathLst>
              <a:path h="291590" w="1013577">
                <a:moveTo>
                  <a:pt x="0" y="0"/>
                </a:moveTo>
                <a:lnTo>
                  <a:pt x="1013577" y="0"/>
                </a:lnTo>
                <a:lnTo>
                  <a:pt x="1013577" y="291590"/>
                </a:lnTo>
                <a:lnTo>
                  <a:pt x="0" y="2915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2909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360128" y="5169929"/>
            <a:ext cx="317847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Sec</a:t>
            </a: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ure + scalable for public safety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88769" y="2457202"/>
            <a:ext cx="3086100" cy="2036826"/>
            <a:chOff x="0" y="0"/>
            <a:chExt cx="635000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81463" y="2107821"/>
            <a:ext cx="1500711" cy="1500711"/>
          </a:xfrm>
          <a:custGeom>
            <a:avLst/>
            <a:gdLst/>
            <a:ahLst/>
            <a:cxnLst/>
            <a:rect r="r" b="b" t="t" l="l"/>
            <a:pathLst>
              <a:path h="1500711" w="1500711">
                <a:moveTo>
                  <a:pt x="0" y="0"/>
                </a:moveTo>
                <a:lnTo>
                  <a:pt x="1500711" y="0"/>
                </a:lnTo>
                <a:lnTo>
                  <a:pt x="1500711" y="1500711"/>
                </a:lnTo>
                <a:lnTo>
                  <a:pt x="0" y="15007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8436366" y="2457202"/>
            <a:ext cx="3086100" cy="2036826"/>
            <a:chOff x="0" y="0"/>
            <a:chExt cx="635000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6650232" y="3475615"/>
            <a:ext cx="2102285" cy="0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227703" y="2107821"/>
            <a:ext cx="1576103" cy="1403924"/>
          </a:xfrm>
          <a:custGeom>
            <a:avLst/>
            <a:gdLst/>
            <a:ahLst/>
            <a:cxnLst/>
            <a:rect r="r" b="b" t="t" l="l"/>
            <a:pathLst>
              <a:path h="1403924" w="1576103">
                <a:moveTo>
                  <a:pt x="0" y="0"/>
                </a:moveTo>
                <a:lnTo>
                  <a:pt x="1576103" y="0"/>
                </a:lnTo>
                <a:lnTo>
                  <a:pt x="1576103" y="1403924"/>
                </a:lnTo>
                <a:lnTo>
                  <a:pt x="0" y="140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5400000">
            <a:off x="12919114" y="2457202"/>
            <a:ext cx="3086100" cy="2036826"/>
            <a:chOff x="0" y="0"/>
            <a:chExt cx="635000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997829" y="3475615"/>
            <a:ext cx="2221399" cy="0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3579104" y="2107821"/>
            <a:ext cx="1671338" cy="1403924"/>
          </a:xfrm>
          <a:custGeom>
            <a:avLst/>
            <a:gdLst/>
            <a:ahLst/>
            <a:cxnLst/>
            <a:rect r="r" b="b" t="t" l="l"/>
            <a:pathLst>
              <a:path h="1403924" w="1671338">
                <a:moveTo>
                  <a:pt x="0" y="0"/>
                </a:moveTo>
                <a:lnTo>
                  <a:pt x="1671337" y="0"/>
                </a:lnTo>
                <a:lnTo>
                  <a:pt x="1671337" y="1403924"/>
                </a:lnTo>
                <a:lnTo>
                  <a:pt x="0" y="140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7909" y="2022219"/>
            <a:ext cx="1726002" cy="2456943"/>
          </a:xfrm>
          <a:custGeom>
            <a:avLst/>
            <a:gdLst/>
            <a:ahLst/>
            <a:cxnLst/>
            <a:rect r="r" b="b" t="t" l="l"/>
            <a:pathLst>
              <a:path h="2456943" w="1726002">
                <a:moveTo>
                  <a:pt x="0" y="0"/>
                </a:moveTo>
                <a:lnTo>
                  <a:pt x="1726002" y="0"/>
                </a:lnTo>
                <a:lnTo>
                  <a:pt x="1726002" y="2456943"/>
                </a:lnTo>
                <a:lnTo>
                  <a:pt x="0" y="2456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14462164" y="5018665"/>
            <a:ext cx="0" cy="1644055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2900064" y="6924706"/>
            <a:ext cx="3253489" cy="2036826"/>
            <a:chOff x="0" y="0"/>
            <a:chExt cx="669442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9442" cy="419100"/>
            </a:xfrm>
            <a:custGeom>
              <a:avLst/>
              <a:gdLst/>
              <a:ahLst/>
              <a:cxnLst/>
              <a:rect r="r" b="b" t="t" l="l"/>
              <a:pathLst>
                <a:path h="419100" w="669442">
                  <a:moveTo>
                    <a:pt x="46476" y="0"/>
                  </a:moveTo>
                  <a:lnTo>
                    <a:pt x="622966" y="0"/>
                  </a:lnTo>
                  <a:cubicBezTo>
                    <a:pt x="635292" y="0"/>
                    <a:pt x="647114" y="4897"/>
                    <a:pt x="655830" y="13613"/>
                  </a:cubicBezTo>
                  <a:cubicBezTo>
                    <a:pt x="664546" y="22328"/>
                    <a:pt x="669442" y="34150"/>
                    <a:pt x="669442" y="46476"/>
                  </a:cubicBezTo>
                  <a:lnTo>
                    <a:pt x="669442" y="372624"/>
                  </a:lnTo>
                  <a:cubicBezTo>
                    <a:pt x="669442" y="384950"/>
                    <a:pt x="664546" y="396772"/>
                    <a:pt x="655830" y="405487"/>
                  </a:cubicBezTo>
                  <a:cubicBezTo>
                    <a:pt x="647114" y="414203"/>
                    <a:pt x="635292" y="419100"/>
                    <a:pt x="622966" y="419100"/>
                  </a:cubicBezTo>
                  <a:lnTo>
                    <a:pt x="46476" y="419100"/>
                  </a:lnTo>
                  <a:cubicBezTo>
                    <a:pt x="34150" y="419100"/>
                    <a:pt x="22328" y="414203"/>
                    <a:pt x="13613" y="405487"/>
                  </a:cubicBezTo>
                  <a:cubicBezTo>
                    <a:pt x="4897" y="396772"/>
                    <a:pt x="0" y="384950"/>
                    <a:pt x="0" y="372624"/>
                  </a:cubicBezTo>
                  <a:lnTo>
                    <a:pt x="0" y="46476"/>
                  </a:lnTo>
                  <a:cubicBezTo>
                    <a:pt x="0" y="34150"/>
                    <a:pt x="4897" y="22328"/>
                    <a:pt x="13613" y="13613"/>
                  </a:cubicBezTo>
                  <a:cubicBezTo>
                    <a:pt x="22328" y="4897"/>
                    <a:pt x="34150" y="0"/>
                    <a:pt x="46476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69442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923400" y="5250160"/>
            <a:ext cx="0" cy="1130859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380350" y="6600094"/>
            <a:ext cx="3086100" cy="2036826"/>
            <a:chOff x="0" y="0"/>
            <a:chExt cx="635000" cy="419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11319608" y="7943119"/>
            <a:ext cx="1580456" cy="0"/>
          </a:xfrm>
          <a:prstGeom prst="line">
            <a:avLst/>
          </a:prstGeom>
          <a:ln cap="rnd" w="38100">
            <a:solidFill>
              <a:srgbClr val="ACB8C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5400000">
            <a:off x="8541403" y="6905656"/>
            <a:ext cx="3086100" cy="2036826"/>
            <a:chOff x="0" y="0"/>
            <a:chExt cx="635000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988813" y="7037667"/>
            <a:ext cx="1075991" cy="1028916"/>
          </a:xfrm>
          <a:custGeom>
            <a:avLst/>
            <a:gdLst/>
            <a:ahLst/>
            <a:cxnLst/>
            <a:rect r="r" b="b" t="t" l="l"/>
            <a:pathLst>
              <a:path h="1028916" w="1075991">
                <a:moveTo>
                  <a:pt x="0" y="0"/>
                </a:moveTo>
                <a:lnTo>
                  <a:pt x="1075991" y="0"/>
                </a:lnTo>
                <a:lnTo>
                  <a:pt x="1075991" y="1028916"/>
                </a:lnTo>
                <a:lnTo>
                  <a:pt x="0" y="1028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256020" y="6608961"/>
            <a:ext cx="1656866" cy="1429047"/>
          </a:xfrm>
          <a:custGeom>
            <a:avLst/>
            <a:gdLst/>
            <a:ahLst/>
            <a:cxnLst/>
            <a:rect r="r" b="b" t="t" l="l"/>
            <a:pathLst>
              <a:path h="1429047" w="1656866">
                <a:moveTo>
                  <a:pt x="0" y="0"/>
                </a:moveTo>
                <a:lnTo>
                  <a:pt x="1656866" y="0"/>
                </a:lnTo>
                <a:lnTo>
                  <a:pt x="1656866" y="1429047"/>
                </a:lnTo>
                <a:lnTo>
                  <a:pt x="0" y="1429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90063" y="6662720"/>
            <a:ext cx="1933848" cy="1145739"/>
          </a:xfrm>
          <a:custGeom>
            <a:avLst/>
            <a:gdLst/>
            <a:ahLst/>
            <a:cxnLst/>
            <a:rect r="r" b="b" t="t" l="l"/>
            <a:pathLst>
              <a:path h="1145739" w="1933848">
                <a:moveTo>
                  <a:pt x="0" y="0"/>
                </a:moveTo>
                <a:lnTo>
                  <a:pt x="1933848" y="0"/>
                </a:lnTo>
                <a:lnTo>
                  <a:pt x="1933848" y="1145738"/>
                </a:lnTo>
                <a:lnTo>
                  <a:pt x="0" y="114573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902753" y="933450"/>
            <a:ext cx="84824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H</a:t>
            </a: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ow It Works (Simple Flow)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81390" y="3659447"/>
            <a:ext cx="1700857" cy="118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229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Azure</a:t>
            </a:r>
          </a:p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b="true" sz="229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Speech-to-Text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20891" y="5113915"/>
            <a:ext cx="182185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Converts audio to text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05555" y="4660137"/>
            <a:ext cx="2635690" cy="33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Caller Audio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87038" y="3560907"/>
            <a:ext cx="1700857" cy="118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b="true" sz="229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Azure Function App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066040" y="5066290"/>
            <a:ext cx="182185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Generates scene logic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92685" y="3760932"/>
            <a:ext cx="1700857" cy="78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b="true" sz="229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Dispatcher Dashboard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639672" y="9092469"/>
            <a:ext cx="182185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Displays intel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79719" y="8018958"/>
            <a:ext cx="1700857" cy="78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b="true" sz="229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Responder Dashboard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34025" y="8314233"/>
            <a:ext cx="1700857" cy="78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b="true" sz="229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Responder Tablet UI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87038" y="9514744"/>
            <a:ext cx="182185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Displays intel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80350" y="7847368"/>
            <a:ext cx="3086100" cy="78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b="true" sz="229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Azure Cognitive Services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80350" y="8675020"/>
            <a:ext cx="308610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Extracts hazards, keywords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3044" y="1849301"/>
            <a:ext cx="11118643" cy="8302883"/>
          </a:xfrm>
          <a:custGeom>
            <a:avLst/>
            <a:gdLst/>
            <a:ahLst/>
            <a:cxnLst/>
            <a:rect r="r" b="b" t="t" l="l"/>
            <a:pathLst>
              <a:path h="8302883" w="11118643">
                <a:moveTo>
                  <a:pt x="0" y="0"/>
                </a:moveTo>
                <a:lnTo>
                  <a:pt x="11118643" y="0"/>
                </a:lnTo>
                <a:lnTo>
                  <a:pt x="11118643" y="8302882"/>
                </a:lnTo>
                <a:lnTo>
                  <a:pt x="0" y="8302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9" t="-16758" r="-1401" b="-1919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7457930" y="7112711"/>
            <a:ext cx="692798" cy="325615"/>
          </a:xfrm>
          <a:custGeom>
            <a:avLst/>
            <a:gdLst/>
            <a:ahLst/>
            <a:cxnLst/>
            <a:rect r="r" b="b" t="t" l="l"/>
            <a:pathLst>
              <a:path h="325615" w="692798">
                <a:moveTo>
                  <a:pt x="0" y="0"/>
                </a:moveTo>
                <a:lnTo>
                  <a:pt x="692798" y="0"/>
                </a:lnTo>
                <a:lnTo>
                  <a:pt x="692798" y="325615"/>
                </a:lnTo>
                <a:lnTo>
                  <a:pt x="0" y="325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67155" y="3706687"/>
            <a:ext cx="501954" cy="438981"/>
          </a:xfrm>
          <a:custGeom>
            <a:avLst/>
            <a:gdLst/>
            <a:ahLst/>
            <a:cxnLst/>
            <a:rect r="r" b="b" t="t" l="l"/>
            <a:pathLst>
              <a:path h="438981" w="501954">
                <a:moveTo>
                  <a:pt x="0" y="0"/>
                </a:moveTo>
                <a:lnTo>
                  <a:pt x="501954" y="0"/>
                </a:lnTo>
                <a:lnTo>
                  <a:pt x="501954" y="438982"/>
                </a:lnTo>
                <a:lnTo>
                  <a:pt x="0" y="4389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08629" y="3926178"/>
            <a:ext cx="491262" cy="491262"/>
          </a:xfrm>
          <a:custGeom>
            <a:avLst/>
            <a:gdLst/>
            <a:ahLst/>
            <a:cxnLst/>
            <a:rect r="r" b="b" t="t" l="l"/>
            <a:pathLst>
              <a:path h="491262" w="491262">
                <a:moveTo>
                  <a:pt x="0" y="0"/>
                </a:moveTo>
                <a:lnTo>
                  <a:pt x="491262" y="0"/>
                </a:lnTo>
                <a:lnTo>
                  <a:pt x="491262" y="491262"/>
                </a:lnTo>
                <a:lnTo>
                  <a:pt x="0" y="4912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96474" y="3881119"/>
            <a:ext cx="810742" cy="872939"/>
          </a:xfrm>
          <a:custGeom>
            <a:avLst/>
            <a:gdLst/>
            <a:ahLst/>
            <a:cxnLst/>
            <a:rect r="r" b="b" t="t" l="l"/>
            <a:pathLst>
              <a:path h="872939" w="810742">
                <a:moveTo>
                  <a:pt x="0" y="0"/>
                </a:moveTo>
                <a:lnTo>
                  <a:pt x="810742" y="0"/>
                </a:lnTo>
                <a:lnTo>
                  <a:pt x="810742" y="872939"/>
                </a:lnTo>
                <a:lnTo>
                  <a:pt x="0" y="8729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43088">
            <a:off x="4575126" y="6446191"/>
            <a:ext cx="1427446" cy="272999"/>
          </a:xfrm>
          <a:custGeom>
            <a:avLst/>
            <a:gdLst/>
            <a:ahLst/>
            <a:cxnLst/>
            <a:rect r="r" b="b" t="t" l="l"/>
            <a:pathLst>
              <a:path h="272999" w="1427446">
                <a:moveTo>
                  <a:pt x="0" y="0"/>
                </a:moveTo>
                <a:lnTo>
                  <a:pt x="1427447" y="0"/>
                </a:lnTo>
                <a:lnTo>
                  <a:pt x="1427447" y="272999"/>
                </a:lnTo>
                <a:lnTo>
                  <a:pt x="0" y="2729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19409" y="554038"/>
            <a:ext cx="1067227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Wh</a:t>
            </a: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at Res-Q AI Shows Responders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50162" y="6689730"/>
            <a:ext cx="4862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61457" y="7087948"/>
            <a:ext cx="3315163" cy="159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8753" indent="-164377" lvl="1">
              <a:lnSpc>
                <a:spcPts val="2131"/>
              </a:lnSpc>
              <a:buFont typeface="Arial"/>
              <a:buChar char="•"/>
            </a:pPr>
            <a:r>
              <a:rPr lang="en-US" sz="15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 Entry/No exit</a:t>
            </a:r>
          </a:p>
          <a:p>
            <a:pPr algn="l" marL="328753" indent="-164377" lvl="1">
              <a:lnSpc>
                <a:spcPts val="2131"/>
              </a:lnSpc>
              <a:buFont typeface="Arial"/>
              <a:buChar char="•"/>
            </a:pPr>
            <a:r>
              <a:rPr lang="en-US" sz="15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injury/casualty detected</a:t>
            </a:r>
          </a:p>
          <a:p>
            <a:pPr algn="l" marL="328753" indent="-164377" lvl="1">
              <a:lnSpc>
                <a:spcPts val="2131"/>
              </a:lnSpc>
              <a:buFont typeface="Arial"/>
              <a:buChar char="•"/>
            </a:pPr>
            <a:r>
              <a:rPr lang="en-US" sz="15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biohazard on scene/HAZMAT notified</a:t>
            </a:r>
          </a:p>
          <a:p>
            <a:pPr algn="l" marL="328753" indent="-164377" lvl="1">
              <a:lnSpc>
                <a:spcPts val="2131"/>
              </a:lnSpc>
              <a:spcBef>
                <a:spcPct val="0"/>
              </a:spcBef>
              <a:buFont typeface="Arial"/>
              <a:buChar char="•"/>
            </a:pPr>
            <a:r>
              <a:rPr lang="en-US" sz="15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fire on 3</a:t>
            </a:r>
            <a:r>
              <a:rPr lang="en-US" sz="15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rd</a:t>
            </a:r>
            <a:r>
              <a:rPr lang="en-US" sz="15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floor in right corner of back at the end of hallway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61457" y="3583418"/>
            <a:ext cx="1076866" cy="29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7"/>
              </a:lnSpc>
              <a:spcBef>
                <a:spcPct val="0"/>
              </a:spcBef>
            </a:pPr>
            <a:r>
              <a:rPr lang="en-US" sz="17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Risk Level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87388" y="4079226"/>
            <a:ext cx="637866" cy="3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5178" y="3602337"/>
            <a:ext cx="668535" cy="29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7"/>
              </a:lnSpc>
              <a:spcBef>
                <a:spcPct val="0"/>
              </a:spcBef>
            </a:pPr>
            <a:r>
              <a:rPr lang="en-US" sz="17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Triage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5178" y="4055968"/>
            <a:ext cx="668535" cy="3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59699" y="4633108"/>
            <a:ext cx="605988" cy="29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7"/>
              </a:lnSpc>
              <a:spcBef>
                <a:spcPct val="0"/>
              </a:spcBef>
            </a:pPr>
            <a:r>
              <a:rPr lang="en-US" sz="17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Caller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06933" y="5770217"/>
            <a:ext cx="899388" cy="29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7"/>
              </a:lnSpc>
              <a:spcBef>
                <a:spcPct val="0"/>
              </a:spcBef>
            </a:pPr>
            <a:r>
              <a:rPr lang="en-US" sz="17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06933" y="5972167"/>
            <a:ext cx="2864352" cy="71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4"/>
              </a:lnSpc>
            </a:pPr>
            <a:r>
              <a:rPr lang="en-US" sz="13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Samson Chocolate &amp; Cane Factory</a:t>
            </a:r>
          </a:p>
          <a:p>
            <a:pPr algn="l">
              <a:lnSpc>
                <a:spcPts val="1954"/>
              </a:lnSpc>
            </a:pPr>
            <a:r>
              <a:rPr lang="en-US" sz="13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1234 Rectify Avenue</a:t>
            </a:r>
          </a:p>
          <a:p>
            <a:pPr algn="l" marL="0" indent="0" lvl="0">
              <a:lnSpc>
                <a:spcPts val="1954"/>
              </a:lnSpc>
              <a:spcBef>
                <a:spcPct val="0"/>
              </a:spcBef>
            </a:pPr>
            <a:r>
              <a:rPr lang="en-US" sz="13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 Is What It Is, USA, 12345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06933" y="4916883"/>
            <a:ext cx="3226781" cy="53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5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Unknown </a:t>
            </a:r>
          </a:p>
          <a:p>
            <a:pPr algn="l" marL="0" indent="0" lvl="0">
              <a:lnSpc>
                <a:spcPts val="2131"/>
              </a:lnSpc>
              <a:spcBef>
                <a:spcPct val="0"/>
              </a:spcBef>
            </a:pPr>
            <a:r>
              <a:rPr lang="en-US" sz="15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Refused to Leave Name/Number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26425" y="4152305"/>
            <a:ext cx="1286458" cy="36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0"/>
              </a:lnSpc>
              <a:spcBef>
                <a:spcPct val="0"/>
              </a:spcBef>
            </a:pPr>
            <a:r>
              <a:rPr lang="en-US" sz="21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STORAGE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12931" y="8371421"/>
            <a:ext cx="3199904" cy="46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0"/>
              </a:lnSpc>
              <a:spcBef>
                <a:spcPct val="0"/>
              </a:spcBef>
            </a:pPr>
            <a:r>
              <a:rPr lang="en-US" sz="26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Third Floor Entrance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12931" y="8929674"/>
            <a:ext cx="5188914" cy="40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5"/>
              </a:lnSpc>
              <a:spcBef>
                <a:spcPct val="0"/>
              </a:spcBef>
            </a:pPr>
            <a:r>
              <a:rPr lang="en-US" sz="241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Located on Street Side - Alpha side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21723" y="2488524"/>
            <a:ext cx="3211991" cy="26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31"/>
              </a:lnSpc>
              <a:spcBef>
                <a:spcPct val="0"/>
              </a:spcBef>
            </a:pPr>
            <a:r>
              <a:rPr lang="en-US" sz="15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Level                                            Side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06933" y="2773219"/>
            <a:ext cx="1764631" cy="29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7"/>
              </a:lnSpc>
              <a:spcBef>
                <a:spcPct val="0"/>
              </a:spcBef>
            </a:pPr>
            <a:r>
              <a:rPr lang="en-US" sz="177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3rd Floor RM-3H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22271" y="2739262"/>
            <a:ext cx="754349" cy="3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Alpha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57580" y="4464588"/>
            <a:ext cx="824149" cy="3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RM-3E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91525" y="6579926"/>
            <a:ext cx="838200" cy="3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RM-3B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61920" y="4098044"/>
            <a:ext cx="858293" cy="3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RM-3C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15065" y="7078423"/>
            <a:ext cx="854667" cy="3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RM-3D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15599" y="5105400"/>
            <a:ext cx="67770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RM-3H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31384" y="6148515"/>
            <a:ext cx="861919" cy="3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RM-3G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552988" y="7707325"/>
            <a:ext cx="820674" cy="3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sz="20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RM-3F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44162" y="3966386"/>
            <a:ext cx="239089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Responder Tablet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06933" y="6795775"/>
            <a:ext cx="66727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Notes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37984" y="4491956"/>
            <a:ext cx="3917096" cy="31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  <a:spcBef>
                <a:spcPct val="0"/>
              </a:spcBef>
            </a:pPr>
            <a:r>
              <a:rPr lang="en-US" b="true" sz="1863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One glance situati</a:t>
            </a:r>
            <a:r>
              <a:rPr lang="en-US" b="true" sz="1863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onal awareness.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44433" y="954620"/>
            <a:ext cx="12267765" cy="9606712"/>
          </a:xfrm>
          <a:custGeom>
            <a:avLst/>
            <a:gdLst/>
            <a:ahLst/>
            <a:cxnLst/>
            <a:rect r="r" b="b" t="t" l="l"/>
            <a:pathLst>
              <a:path h="9606712" w="12267765">
                <a:moveTo>
                  <a:pt x="0" y="0"/>
                </a:moveTo>
                <a:lnTo>
                  <a:pt x="12267765" y="0"/>
                </a:lnTo>
                <a:lnTo>
                  <a:pt x="12267765" y="9606711"/>
                </a:lnTo>
                <a:lnTo>
                  <a:pt x="0" y="96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090" r="0" b="-12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52762" y="3011887"/>
            <a:ext cx="6939288" cy="5515762"/>
          </a:xfrm>
          <a:custGeom>
            <a:avLst/>
            <a:gdLst/>
            <a:ahLst/>
            <a:cxnLst/>
            <a:rect r="r" b="b" t="t" l="l"/>
            <a:pathLst>
              <a:path h="5515762" w="6939288">
                <a:moveTo>
                  <a:pt x="0" y="0"/>
                </a:moveTo>
                <a:lnTo>
                  <a:pt x="6939288" y="0"/>
                </a:lnTo>
                <a:lnTo>
                  <a:pt x="6939288" y="5515762"/>
                </a:lnTo>
                <a:lnTo>
                  <a:pt x="0" y="5515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98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72044" y="174625"/>
            <a:ext cx="1067227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Wh</a:t>
            </a: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at Res-Q AI Shows Responders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22" y="3577830"/>
            <a:ext cx="2735943" cy="65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6"/>
              </a:lnSpc>
              <a:spcBef>
                <a:spcPct val="0"/>
              </a:spcBef>
            </a:pPr>
            <a:r>
              <a:rPr lang="en-US" b="true" sz="2018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Emerge</a:t>
            </a:r>
            <a:r>
              <a:rPr lang="en-US" b="true" sz="2018" strike="noStrike" u="none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ncy Dispatch </a:t>
            </a:r>
          </a:p>
          <a:p>
            <a:pPr algn="ctr" marL="0" indent="0" lvl="0">
              <a:lnSpc>
                <a:spcPts val="2406"/>
              </a:lnSpc>
              <a:spcBef>
                <a:spcPct val="0"/>
              </a:spcBef>
            </a:pPr>
            <a:r>
              <a:rPr lang="en-US" b="true" sz="1718" strike="noStrike" u="none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CAD 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52762" y="8408328"/>
            <a:ext cx="3544259" cy="50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32"/>
              </a:lnSpc>
              <a:spcBef>
                <a:spcPct val="0"/>
              </a:spcBef>
            </a:pPr>
            <a:r>
              <a:rPr lang="en-US" sz="29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Third Floor Entrance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52762" y="8929984"/>
            <a:ext cx="5747314" cy="45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8"/>
              </a:lnSpc>
              <a:spcBef>
                <a:spcPct val="0"/>
              </a:spcBef>
            </a:pPr>
            <a:r>
              <a:rPr lang="en-US" sz="267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Located on Street Side - Alpha side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09516" y="2057192"/>
            <a:ext cx="2982398" cy="25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2"/>
              </a:lnSpc>
              <a:spcBef>
                <a:spcPct val="0"/>
              </a:spcBef>
            </a:pPr>
            <a:r>
              <a:rPr lang="en-US" sz="14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Level                                         Side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09516" y="2510797"/>
            <a:ext cx="1395782" cy="23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7"/>
              </a:lnSpc>
              <a:spcBef>
                <a:spcPct val="0"/>
              </a:spcBef>
            </a:pPr>
            <a:r>
              <a:rPr lang="en-US" sz="140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3rd Floor RM-3H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65060" y="2464388"/>
            <a:ext cx="626855" cy="28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Alpha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032657" y="3797590"/>
            <a:ext cx="544128" cy="544128"/>
          </a:xfrm>
          <a:custGeom>
            <a:avLst/>
            <a:gdLst/>
            <a:ahLst/>
            <a:cxnLst/>
            <a:rect r="r" b="b" t="t" l="l"/>
            <a:pathLst>
              <a:path h="544128" w="544128">
                <a:moveTo>
                  <a:pt x="0" y="0"/>
                </a:moveTo>
                <a:lnTo>
                  <a:pt x="544129" y="0"/>
                </a:lnTo>
                <a:lnTo>
                  <a:pt x="544129" y="544129"/>
                </a:lnTo>
                <a:lnTo>
                  <a:pt x="0" y="544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032657" y="3222021"/>
            <a:ext cx="1192752" cy="33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Risk Level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6786" y="3839964"/>
            <a:ext cx="706509" cy="37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8"/>
              </a:lnSpc>
              <a:spcBef>
                <a:spcPct val="0"/>
              </a:spcBef>
            </a:pPr>
            <a:r>
              <a:rPr lang="en-US" sz="22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08248" y="3222021"/>
            <a:ext cx="740479" cy="33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Triage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96142" y="3856474"/>
            <a:ext cx="740479" cy="37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8"/>
              </a:lnSpc>
              <a:spcBef>
                <a:spcPct val="0"/>
              </a:spcBef>
            </a:pPr>
            <a:r>
              <a:rPr lang="en-US" sz="22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87373" y="5749890"/>
            <a:ext cx="536994" cy="26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09309" y="6152617"/>
            <a:ext cx="3391980" cy="105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101" indent="-136550" lvl="1">
              <a:lnSpc>
                <a:spcPts val="1770"/>
              </a:lnSpc>
              <a:buFont typeface="Arial"/>
              <a:buChar char="•"/>
            </a:pPr>
            <a:r>
              <a:rPr lang="en-US" sz="12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 Entry/No exit</a:t>
            </a:r>
          </a:p>
          <a:p>
            <a:pPr algn="l" marL="273101" indent="-136550" lvl="1">
              <a:lnSpc>
                <a:spcPts val="1770"/>
              </a:lnSpc>
              <a:buFont typeface="Arial"/>
              <a:buChar char="•"/>
            </a:pPr>
            <a:r>
              <a:rPr lang="en-US" sz="12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injury/casualty detected</a:t>
            </a:r>
          </a:p>
          <a:p>
            <a:pPr algn="l" marL="273101" indent="-136550" lvl="1">
              <a:lnSpc>
                <a:spcPts val="1770"/>
              </a:lnSpc>
              <a:buFont typeface="Arial"/>
              <a:buChar char="•"/>
            </a:pPr>
            <a:r>
              <a:rPr lang="en-US" sz="12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biohazard on scene/HAZMAT notified</a:t>
            </a:r>
          </a:p>
          <a:p>
            <a:pPr algn="l" marL="273101" indent="-136550" lvl="1">
              <a:lnSpc>
                <a:spcPts val="1770"/>
              </a:lnSpc>
              <a:spcBef>
                <a:spcPct val="0"/>
              </a:spcBef>
              <a:buFont typeface="Arial"/>
              <a:buChar char="•"/>
            </a:pPr>
            <a:r>
              <a:rPr lang="en-US" sz="12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fire on 3</a:t>
            </a:r>
            <a:r>
              <a:rPr lang="en-US" sz="12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rd</a:t>
            </a:r>
            <a:r>
              <a:rPr lang="en-US" sz="126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floor in right corner of back at the end of hallway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19000" y="7510954"/>
            <a:ext cx="1030617" cy="3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9"/>
              </a:lnSpc>
              <a:spcBef>
                <a:spcPct val="0"/>
              </a:spcBef>
            </a:pPr>
            <a:r>
              <a:rPr lang="en-US" sz="20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32657" y="7860569"/>
            <a:ext cx="3282288" cy="82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Samson Chocolate &amp; Cane Factory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1234 Rectify Avenue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 Is What It Is, USA, 12345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05298" y="4533732"/>
            <a:ext cx="1681716" cy="33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Units Request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68949" y="4746444"/>
            <a:ext cx="1459450" cy="80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6880" indent="-168440" lvl="1">
              <a:lnSpc>
                <a:spcPts val="2184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Engine 31</a:t>
            </a:r>
          </a:p>
          <a:p>
            <a:pPr algn="l" marL="336880" indent="-168440" lvl="1">
              <a:lnSpc>
                <a:spcPts val="2184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EMS 31B</a:t>
            </a:r>
          </a:p>
          <a:p>
            <a:pPr algn="l" marL="336880" indent="-168440" lvl="1">
              <a:lnSpc>
                <a:spcPts val="2184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HAZMAT 24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218872" y="6167438"/>
            <a:ext cx="1603058" cy="566738"/>
            <a:chOff x="0" y="0"/>
            <a:chExt cx="2137410" cy="7556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394" y="46034"/>
              <a:ext cx="2036216" cy="657546"/>
            </a:xfrm>
            <a:custGeom>
              <a:avLst/>
              <a:gdLst/>
              <a:ahLst/>
              <a:cxnLst/>
              <a:rect r="r" b="b" t="t" l="l"/>
              <a:pathLst>
                <a:path h="657546" w="2036216">
                  <a:moveTo>
                    <a:pt x="406" y="350206"/>
                  </a:moveTo>
                  <a:cubicBezTo>
                    <a:pt x="27076" y="237176"/>
                    <a:pt x="70256" y="205426"/>
                    <a:pt x="93116" y="186376"/>
                  </a:cubicBezTo>
                  <a:cubicBezTo>
                    <a:pt x="107086" y="174946"/>
                    <a:pt x="126136" y="163516"/>
                    <a:pt x="128676" y="160976"/>
                  </a:cubicBezTo>
                  <a:cubicBezTo>
                    <a:pt x="129946" y="159706"/>
                    <a:pt x="129946" y="159706"/>
                    <a:pt x="129946" y="159706"/>
                  </a:cubicBezTo>
                  <a:cubicBezTo>
                    <a:pt x="135026" y="158436"/>
                    <a:pt x="160426" y="131766"/>
                    <a:pt x="180746" y="124146"/>
                  </a:cubicBezTo>
                  <a:cubicBezTo>
                    <a:pt x="206146" y="116526"/>
                    <a:pt x="241706" y="124146"/>
                    <a:pt x="272186" y="124146"/>
                  </a:cubicBezTo>
                  <a:cubicBezTo>
                    <a:pt x="302666" y="122876"/>
                    <a:pt x="333146" y="124146"/>
                    <a:pt x="362356" y="124146"/>
                  </a:cubicBezTo>
                  <a:cubicBezTo>
                    <a:pt x="390296" y="124146"/>
                    <a:pt x="414426" y="124146"/>
                    <a:pt x="443636" y="124146"/>
                  </a:cubicBezTo>
                  <a:cubicBezTo>
                    <a:pt x="477926" y="124146"/>
                    <a:pt x="524916" y="122876"/>
                    <a:pt x="555396" y="124146"/>
                  </a:cubicBezTo>
                  <a:cubicBezTo>
                    <a:pt x="578256" y="125416"/>
                    <a:pt x="607466" y="133036"/>
                    <a:pt x="612546" y="130496"/>
                  </a:cubicBezTo>
                  <a:cubicBezTo>
                    <a:pt x="615086" y="129226"/>
                    <a:pt x="615086" y="127956"/>
                    <a:pt x="615086" y="127956"/>
                  </a:cubicBezTo>
                  <a:cubicBezTo>
                    <a:pt x="615086" y="127956"/>
                    <a:pt x="620166" y="124146"/>
                    <a:pt x="622706" y="121606"/>
                  </a:cubicBezTo>
                  <a:cubicBezTo>
                    <a:pt x="625246" y="120336"/>
                    <a:pt x="630326" y="116526"/>
                    <a:pt x="630326" y="116526"/>
                  </a:cubicBezTo>
                  <a:cubicBezTo>
                    <a:pt x="630326" y="115256"/>
                    <a:pt x="635406" y="112716"/>
                    <a:pt x="637946" y="111446"/>
                  </a:cubicBezTo>
                  <a:cubicBezTo>
                    <a:pt x="641756" y="110176"/>
                    <a:pt x="646836" y="107636"/>
                    <a:pt x="646836" y="107636"/>
                  </a:cubicBezTo>
                  <a:cubicBezTo>
                    <a:pt x="646836" y="107636"/>
                    <a:pt x="653186" y="106366"/>
                    <a:pt x="655726" y="106366"/>
                  </a:cubicBezTo>
                  <a:cubicBezTo>
                    <a:pt x="659536" y="105096"/>
                    <a:pt x="665886" y="105096"/>
                    <a:pt x="665886" y="105096"/>
                  </a:cubicBezTo>
                  <a:cubicBezTo>
                    <a:pt x="665886" y="105096"/>
                    <a:pt x="672236" y="105096"/>
                    <a:pt x="674776" y="105096"/>
                  </a:cubicBezTo>
                  <a:cubicBezTo>
                    <a:pt x="678586" y="105096"/>
                    <a:pt x="684936" y="105096"/>
                    <a:pt x="684936" y="105096"/>
                  </a:cubicBezTo>
                  <a:cubicBezTo>
                    <a:pt x="684936" y="105096"/>
                    <a:pt x="690016" y="107636"/>
                    <a:pt x="693826" y="107636"/>
                  </a:cubicBezTo>
                  <a:cubicBezTo>
                    <a:pt x="696366" y="108906"/>
                    <a:pt x="702716" y="111446"/>
                    <a:pt x="702716" y="111446"/>
                  </a:cubicBezTo>
                  <a:cubicBezTo>
                    <a:pt x="702716" y="111446"/>
                    <a:pt x="707796" y="113986"/>
                    <a:pt x="710336" y="115256"/>
                  </a:cubicBezTo>
                  <a:cubicBezTo>
                    <a:pt x="712876" y="117796"/>
                    <a:pt x="719226" y="120336"/>
                    <a:pt x="719226" y="120336"/>
                  </a:cubicBezTo>
                  <a:cubicBezTo>
                    <a:pt x="719226" y="120336"/>
                    <a:pt x="723036" y="125416"/>
                    <a:pt x="725576" y="126686"/>
                  </a:cubicBezTo>
                  <a:cubicBezTo>
                    <a:pt x="726846" y="129226"/>
                    <a:pt x="726846" y="131766"/>
                    <a:pt x="729386" y="131766"/>
                  </a:cubicBezTo>
                  <a:cubicBezTo>
                    <a:pt x="739546" y="131766"/>
                    <a:pt x="804316" y="64456"/>
                    <a:pt x="805586" y="63186"/>
                  </a:cubicBezTo>
                  <a:cubicBezTo>
                    <a:pt x="805586" y="63186"/>
                    <a:pt x="808126" y="58106"/>
                    <a:pt x="809396" y="54296"/>
                  </a:cubicBezTo>
                  <a:cubicBezTo>
                    <a:pt x="810666" y="51756"/>
                    <a:pt x="813206" y="45406"/>
                    <a:pt x="813206" y="45406"/>
                  </a:cubicBezTo>
                  <a:cubicBezTo>
                    <a:pt x="813206" y="45406"/>
                    <a:pt x="817016" y="40326"/>
                    <a:pt x="819556" y="39056"/>
                  </a:cubicBezTo>
                  <a:cubicBezTo>
                    <a:pt x="820826" y="36516"/>
                    <a:pt x="825906" y="31436"/>
                    <a:pt x="825906" y="31436"/>
                  </a:cubicBezTo>
                  <a:cubicBezTo>
                    <a:pt x="825906" y="31436"/>
                    <a:pt x="830986" y="27626"/>
                    <a:pt x="833526" y="25086"/>
                  </a:cubicBezTo>
                  <a:cubicBezTo>
                    <a:pt x="836066" y="23816"/>
                    <a:pt x="841146" y="20006"/>
                    <a:pt x="841146" y="20006"/>
                  </a:cubicBezTo>
                  <a:cubicBezTo>
                    <a:pt x="841146" y="20006"/>
                    <a:pt x="846226" y="17466"/>
                    <a:pt x="850036" y="16196"/>
                  </a:cubicBezTo>
                  <a:cubicBezTo>
                    <a:pt x="852576" y="14926"/>
                    <a:pt x="857656" y="12386"/>
                    <a:pt x="858926" y="12386"/>
                  </a:cubicBezTo>
                  <a:cubicBezTo>
                    <a:pt x="858926" y="12386"/>
                    <a:pt x="865276" y="11116"/>
                    <a:pt x="867816" y="9846"/>
                  </a:cubicBezTo>
                  <a:cubicBezTo>
                    <a:pt x="871626" y="9846"/>
                    <a:pt x="876706" y="8576"/>
                    <a:pt x="876706" y="8576"/>
                  </a:cubicBezTo>
                  <a:cubicBezTo>
                    <a:pt x="877976" y="8576"/>
                    <a:pt x="883056" y="8576"/>
                    <a:pt x="886866" y="9846"/>
                  </a:cubicBezTo>
                  <a:cubicBezTo>
                    <a:pt x="890676" y="9846"/>
                    <a:pt x="895756" y="9846"/>
                    <a:pt x="897026" y="9846"/>
                  </a:cubicBezTo>
                  <a:cubicBezTo>
                    <a:pt x="897026" y="9846"/>
                    <a:pt x="902106" y="12386"/>
                    <a:pt x="905916" y="13656"/>
                  </a:cubicBezTo>
                  <a:cubicBezTo>
                    <a:pt x="908456" y="13656"/>
                    <a:pt x="914806" y="16196"/>
                    <a:pt x="914806" y="16196"/>
                  </a:cubicBezTo>
                  <a:cubicBezTo>
                    <a:pt x="914806" y="16196"/>
                    <a:pt x="919886" y="20006"/>
                    <a:pt x="922426" y="21276"/>
                  </a:cubicBezTo>
                  <a:cubicBezTo>
                    <a:pt x="924966" y="22546"/>
                    <a:pt x="931316" y="26356"/>
                    <a:pt x="931316" y="26356"/>
                  </a:cubicBezTo>
                  <a:cubicBezTo>
                    <a:pt x="931316" y="26356"/>
                    <a:pt x="935126" y="31436"/>
                    <a:pt x="937666" y="32706"/>
                  </a:cubicBezTo>
                  <a:cubicBezTo>
                    <a:pt x="940206" y="35246"/>
                    <a:pt x="944016" y="40326"/>
                    <a:pt x="944016" y="40326"/>
                  </a:cubicBezTo>
                  <a:cubicBezTo>
                    <a:pt x="944016" y="40326"/>
                    <a:pt x="947826" y="45406"/>
                    <a:pt x="949096" y="47946"/>
                  </a:cubicBezTo>
                  <a:cubicBezTo>
                    <a:pt x="950366" y="51756"/>
                    <a:pt x="954176" y="56836"/>
                    <a:pt x="954176" y="56836"/>
                  </a:cubicBezTo>
                  <a:cubicBezTo>
                    <a:pt x="954176" y="56836"/>
                    <a:pt x="955446" y="63186"/>
                    <a:pt x="956716" y="65726"/>
                  </a:cubicBezTo>
                  <a:cubicBezTo>
                    <a:pt x="957986" y="69536"/>
                    <a:pt x="959256" y="74616"/>
                    <a:pt x="959256" y="74616"/>
                  </a:cubicBezTo>
                  <a:cubicBezTo>
                    <a:pt x="959256" y="75886"/>
                    <a:pt x="959256" y="80966"/>
                    <a:pt x="959256" y="84776"/>
                  </a:cubicBezTo>
                  <a:cubicBezTo>
                    <a:pt x="959256" y="87316"/>
                    <a:pt x="960526" y="93666"/>
                    <a:pt x="960526" y="93666"/>
                  </a:cubicBezTo>
                  <a:cubicBezTo>
                    <a:pt x="960526" y="94936"/>
                    <a:pt x="959256" y="100016"/>
                    <a:pt x="957986" y="103826"/>
                  </a:cubicBezTo>
                  <a:cubicBezTo>
                    <a:pt x="957986" y="106366"/>
                    <a:pt x="956716" y="112716"/>
                    <a:pt x="956716" y="112716"/>
                  </a:cubicBezTo>
                  <a:cubicBezTo>
                    <a:pt x="956716" y="112716"/>
                    <a:pt x="946556" y="125416"/>
                    <a:pt x="949096" y="127956"/>
                  </a:cubicBezTo>
                  <a:cubicBezTo>
                    <a:pt x="954176" y="134306"/>
                    <a:pt x="1003706" y="115256"/>
                    <a:pt x="1035456" y="107636"/>
                  </a:cubicBezTo>
                  <a:cubicBezTo>
                    <a:pt x="1076096" y="96206"/>
                    <a:pt x="1134516" y="80966"/>
                    <a:pt x="1173886" y="69536"/>
                  </a:cubicBezTo>
                  <a:cubicBezTo>
                    <a:pt x="1201826" y="61916"/>
                    <a:pt x="1223416" y="58106"/>
                    <a:pt x="1248816" y="50486"/>
                  </a:cubicBezTo>
                  <a:cubicBezTo>
                    <a:pt x="1278026" y="41596"/>
                    <a:pt x="1304696" y="27626"/>
                    <a:pt x="1336446" y="20006"/>
                  </a:cubicBezTo>
                  <a:cubicBezTo>
                    <a:pt x="1373276" y="11116"/>
                    <a:pt x="1424076" y="-9204"/>
                    <a:pt x="1458366" y="4766"/>
                  </a:cubicBezTo>
                  <a:cubicBezTo>
                    <a:pt x="1495196" y="18736"/>
                    <a:pt x="1542186" y="89856"/>
                    <a:pt x="1545996" y="107636"/>
                  </a:cubicBezTo>
                  <a:cubicBezTo>
                    <a:pt x="1547266" y="112716"/>
                    <a:pt x="1543456" y="115256"/>
                    <a:pt x="1543456" y="119066"/>
                  </a:cubicBezTo>
                  <a:cubicBezTo>
                    <a:pt x="1544726" y="121606"/>
                    <a:pt x="1552346" y="124146"/>
                    <a:pt x="1552346" y="124146"/>
                  </a:cubicBezTo>
                  <a:cubicBezTo>
                    <a:pt x="1552346" y="124146"/>
                    <a:pt x="1556156" y="129226"/>
                    <a:pt x="1557426" y="131766"/>
                  </a:cubicBezTo>
                  <a:cubicBezTo>
                    <a:pt x="1559966" y="134306"/>
                    <a:pt x="1563776" y="139386"/>
                    <a:pt x="1563776" y="139386"/>
                  </a:cubicBezTo>
                  <a:cubicBezTo>
                    <a:pt x="1563776" y="139386"/>
                    <a:pt x="1567586" y="144466"/>
                    <a:pt x="1568856" y="147006"/>
                  </a:cubicBezTo>
                  <a:cubicBezTo>
                    <a:pt x="1570126" y="150816"/>
                    <a:pt x="1572666" y="155896"/>
                    <a:pt x="1572666" y="155896"/>
                  </a:cubicBezTo>
                  <a:cubicBezTo>
                    <a:pt x="1572666" y="155896"/>
                    <a:pt x="1572666" y="159706"/>
                    <a:pt x="1573936" y="159706"/>
                  </a:cubicBezTo>
                  <a:cubicBezTo>
                    <a:pt x="1577746" y="160976"/>
                    <a:pt x="1599336" y="143196"/>
                    <a:pt x="1610766" y="136846"/>
                  </a:cubicBezTo>
                  <a:cubicBezTo>
                    <a:pt x="1619656" y="131766"/>
                    <a:pt x="1626006" y="131766"/>
                    <a:pt x="1636166" y="124146"/>
                  </a:cubicBezTo>
                  <a:cubicBezTo>
                    <a:pt x="1656486" y="108906"/>
                    <a:pt x="1693316" y="58106"/>
                    <a:pt x="1722526" y="40326"/>
                  </a:cubicBezTo>
                  <a:cubicBezTo>
                    <a:pt x="1746656" y="26356"/>
                    <a:pt x="1779676" y="22546"/>
                    <a:pt x="1796186" y="18736"/>
                  </a:cubicBezTo>
                  <a:cubicBezTo>
                    <a:pt x="1803806" y="17466"/>
                    <a:pt x="1807616" y="16196"/>
                    <a:pt x="1813966" y="16196"/>
                  </a:cubicBezTo>
                  <a:cubicBezTo>
                    <a:pt x="1819046" y="16196"/>
                    <a:pt x="1825396" y="16196"/>
                    <a:pt x="1831746" y="17466"/>
                  </a:cubicBezTo>
                  <a:cubicBezTo>
                    <a:pt x="1838096" y="18736"/>
                    <a:pt x="1843176" y="21276"/>
                    <a:pt x="1849526" y="23816"/>
                  </a:cubicBezTo>
                  <a:cubicBezTo>
                    <a:pt x="1854606" y="26356"/>
                    <a:pt x="1859686" y="28896"/>
                    <a:pt x="1864766" y="32706"/>
                  </a:cubicBezTo>
                  <a:cubicBezTo>
                    <a:pt x="1868576" y="36516"/>
                    <a:pt x="1873656" y="41596"/>
                    <a:pt x="1877466" y="46676"/>
                  </a:cubicBezTo>
                  <a:cubicBezTo>
                    <a:pt x="1880006" y="51756"/>
                    <a:pt x="1883816" y="56836"/>
                    <a:pt x="1886356" y="61916"/>
                  </a:cubicBezTo>
                  <a:cubicBezTo>
                    <a:pt x="1887626" y="68266"/>
                    <a:pt x="1890166" y="73346"/>
                    <a:pt x="1891436" y="79696"/>
                  </a:cubicBezTo>
                  <a:cubicBezTo>
                    <a:pt x="1891436" y="86046"/>
                    <a:pt x="1891436" y="92396"/>
                    <a:pt x="1891436" y="97476"/>
                  </a:cubicBezTo>
                  <a:cubicBezTo>
                    <a:pt x="1891436" y="103826"/>
                    <a:pt x="1890166" y="110176"/>
                    <a:pt x="1887626" y="115256"/>
                  </a:cubicBezTo>
                  <a:cubicBezTo>
                    <a:pt x="1886356" y="121606"/>
                    <a:pt x="1883816" y="126686"/>
                    <a:pt x="1880006" y="131766"/>
                  </a:cubicBezTo>
                  <a:cubicBezTo>
                    <a:pt x="1876196" y="136846"/>
                    <a:pt x="1872386" y="141926"/>
                    <a:pt x="1868576" y="145736"/>
                  </a:cubicBezTo>
                  <a:cubicBezTo>
                    <a:pt x="1863496" y="150816"/>
                    <a:pt x="1859686" y="154626"/>
                    <a:pt x="1853336" y="157166"/>
                  </a:cubicBezTo>
                  <a:cubicBezTo>
                    <a:pt x="1848256" y="159706"/>
                    <a:pt x="1839366" y="163516"/>
                    <a:pt x="1836826" y="163516"/>
                  </a:cubicBezTo>
                  <a:cubicBezTo>
                    <a:pt x="1835556" y="164786"/>
                    <a:pt x="1835556" y="164786"/>
                    <a:pt x="1835556" y="164786"/>
                  </a:cubicBezTo>
                  <a:cubicBezTo>
                    <a:pt x="1835556" y="164786"/>
                    <a:pt x="1835556" y="166056"/>
                    <a:pt x="1836826" y="167326"/>
                  </a:cubicBezTo>
                  <a:cubicBezTo>
                    <a:pt x="1836826" y="167326"/>
                    <a:pt x="1836826" y="167326"/>
                    <a:pt x="1838096" y="167326"/>
                  </a:cubicBezTo>
                  <a:cubicBezTo>
                    <a:pt x="1846986" y="167326"/>
                    <a:pt x="1916836" y="166056"/>
                    <a:pt x="1937156" y="166056"/>
                  </a:cubicBezTo>
                  <a:cubicBezTo>
                    <a:pt x="1946046" y="166056"/>
                    <a:pt x="1956206" y="164786"/>
                    <a:pt x="1956206" y="164786"/>
                  </a:cubicBezTo>
                  <a:cubicBezTo>
                    <a:pt x="1956206" y="164786"/>
                    <a:pt x="1962556" y="166056"/>
                    <a:pt x="1965096" y="166056"/>
                  </a:cubicBezTo>
                  <a:cubicBezTo>
                    <a:pt x="1968906" y="167326"/>
                    <a:pt x="1975256" y="167326"/>
                    <a:pt x="1975256" y="167326"/>
                  </a:cubicBezTo>
                  <a:cubicBezTo>
                    <a:pt x="1975256" y="167326"/>
                    <a:pt x="1981606" y="169866"/>
                    <a:pt x="1984146" y="171136"/>
                  </a:cubicBezTo>
                  <a:cubicBezTo>
                    <a:pt x="1986686" y="172406"/>
                    <a:pt x="1993036" y="174946"/>
                    <a:pt x="1993036" y="174946"/>
                  </a:cubicBezTo>
                  <a:cubicBezTo>
                    <a:pt x="1993036" y="174946"/>
                    <a:pt x="1998116" y="177486"/>
                    <a:pt x="2000656" y="180026"/>
                  </a:cubicBezTo>
                  <a:cubicBezTo>
                    <a:pt x="2004466" y="181296"/>
                    <a:pt x="2009546" y="185106"/>
                    <a:pt x="2009546" y="185106"/>
                  </a:cubicBezTo>
                  <a:cubicBezTo>
                    <a:pt x="2009546" y="185106"/>
                    <a:pt x="2013356" y="190186"/>
                    <a:pt x="2015896" y="192726"/>
                  </a:cubicBezTo>
                  <a:cubicBezTo>
                    <a:pt x="2017166" y="195266"/>
                    <a:pt x="2022246" y="200346"/>
                    <a:pt x="2022246" y="200346"/>
                  </a:cubicBezTo>
                  <a:cubicBezTo>
                    <a:pt x="2022246" y="200346"/>
                    <a:pt x="2024786" y="205426"/>
                    <a:pt x="2026056" y="207966"/>
                  </a:cubicBezTo>
                  <a:cubicBezTo>
                    <a:pt x="2028596" y="211776"/>
                    <a:pt x="2031136" y="216856"/>
                    <a:pt x="2031136" y="216856"/>
                  </a:cubicBezTo>
                  <a:cubicBezTo>
                    <a:pt x="2031136" y="216856"/>
                    <a:pt x="2032406" y="223206"/>
                    <a:pt x="2033676" y="227016"/>
                  </a:cubicBezTo>
                  <a:cubicBezTo>
                    <a:pt x="2033676" y="229556"/>
                    <a:pt x="2036216" y="235906"/>
                    <a:pt x="2036216" y="235906"/>
                  </a:cubicBezTo>
                  <a:cubicBezTo>
                    <a:pt x="2036216" y="235906"/>
                    <a:pt x="2036216" y="242256"/>
                    <a:pt x="2036216" y="246066"/>
                  </a:cubicBezTo>
                  <a:cubicBezTo>
                    <a:pt x="2036216" y="248606"/>
                    <a:pt x="2036216" y="254956"/>
                    <a:pt x="2036216" y="254956"/>
                  </a:cubicBezTo>
                  <a:cubicBezTo>
                    <a:pt x="2036216" y="254956"/>
                    <a:pt x="2033676" y="261306"/>
                    <a:pt x="2033676" y="265116"/>
                  </a:cubicBezTo>
                  <a:cubicBezTo>
                    <a:pt x="2032406" y="267656"/>
                    <a:pt x="2031136" y="274006"/>
                    <a:pt x="2031136" y="274006"/>
                  </a:cubicBezTo>
                  <a:cubicBezTo>
                    <a:pt x="2031136" y="274006"/>
                    <a:pt x="2028596" y="279086"/>
                    <a:pt x="2026056" y="282896"/>
                  </a:cubicBezTo>
                  <a:cubicBezTo>
                    <a:pt x="2024786" y="285436"/>
                    <a:pt x="2022246" y="290516"/>
                    <a:pt x="2022246" y="290516"/>
                  </a:cubicBezTo>
                  <a:cubicBezTo>
                    <a:pt x="2022246" y="291786"/>
                    <a:pt x="2017166" y="295596"/>
                    <a:pt x="2015896" y="298136"/>
                  </a:cubicBezTo>
                  <a:cubicBezTo>
                    <a:pt x="2013356" y="300676"/>
                    <a:pt x="2009546" y="305756"/>
                    <a:pt x="2009546" y="305756"/>
                  </a:cubicBezTo>
                  <a:cubicBezTo>
                    <a:pt x="2009546" y="305756"/>
                    <a:pt x="2004466" y="309566"/>
                    <a:pt x="2000656" y="310836"/>
                  </a:cubicBezTo>
                  <a:cubicBezTo>
                    <a:pt x="1998116" y="313376"/>
                    <a:pt x="1993036" y="315916"/>
                    <a:pt x="1993036" y="315916"/>
                  </a:cubicBezTo>
                  <a:cubicBezTo>
                    <a:pt x="1993036" y="317186"/>
                    <a:pt x="1989226" y="317186"/>
                    <a:pt x="1985416" y="319726"/>
                  </a:cubicBezTo>
                  <a:cubicBezTo>
                    <a:pt x="1972716" y="328616"/>
                    <a:pt x="1932076" y="378146"/>
                    <a:pt x="1904136" y="401006"/>
                  </a:cubicBezTo>
                  <a:cubicBezTo>
                    <a:pt x="1880006" y="422596"/>
                    <a:pt x="1859686" y="437836"/>
                    <a:pt x="1831746" y="455616"/>
                  </a:cubicBezTo>
                  <a:cubicBezTo>
                    <a:pt x="1797456" y="477206"/>
                    <a:pt x="1746656" y="501336"/>
                    <a:pt x="1712366" y="520386"/>
                  </a:cubicBezTo>
                  <a:cubicBezTo>
                    <a:pt x="1685696" y="534356"/>
                    <a:pt x="1669186" y="548326"/>
                    <a:pt x="1643786" y="558486"/>
                  </a:cubicBezTo>
                  <a:cubicBezTo>
                    <a:pt x="1617116" y="568646"/>
                    <a:pt x="1585366" y="577536"/>
                    <a:pt x="1557426" y="581346"/>
                  </a:cubicBezTo>
                  <a:cubicBezTo>
                    <a:pt x="1530756" y="583886"/>
                    <a:pt x="1500276" y="585156"/>
                    <a:pt x="1478686" y="580076"/>
                  </a:cubicBezTo>
                  <a:cubicBezTo>
                    <a:pt x="1463446" y="576266"/>
                    <a:pt x="1444396" y="561026"/>
                    <a:pt x="1440586" y="563566"/>
                  </a:cubicBezTo>
                  <a:cubicBezTo>
                    <a:pt x="1440586" y="563566"/>
                    <a:pt x="1440586" y="566106"/>
                    <a:pt x="1440586" y="567376"/>
                  </a:cubicBezTo>
                  <a:cubicBezTo>
                    <a:pt x="1440586" y="568646"/>
                    <a:pt x="1441856" y="569916"/>
                    <a:pt x="1441856" y="571186"/>
                  </a:cubicBezTo>
                  <a:cubicBezTo>
                    <a:pt x="1441856" y="573726"/>
                    <a:pt x="1440586" y="577536"/>
                    <a:pt x="1439316" y="581346"/>
                  </a:cubicBezTo>
                  <a:cubicBezTo>
                    <a:pt x="1439316" y="583886"/>
                    <a:pt x="1439316" y="587696"/>
                    <a:pt x="1439316" y="590236"/>
                  </a:cubicBezTo>
                  <a:cubicBezTo>
                    <a:pt x="1439316" y="591506"/>
                    <a:pt x="1438046" y="592776"/>
                    <a:pt x="1438046" y="594046"/>
                  </a:cubicBezTo>
                  <a:cubicBezTo>
                    <a:pt x="1436776" y="596586"/>
                    <a:pt x="1436776" y="597856"/>
                    <a:pt x="1436776" y="599126"/>
                  </a:cubicBezTo>
                  <a:cubicBezTo>
                    <a:pt x="1435506" y="601666"/>
                    <a:pt x="1432966" y="604206"/>
                    <a:pt x="1431696" y="608016"/>
                  </a:cubicBezTo>
                  <a:cubicBezTo>
                    <a:pt x="1430426" y="610556"/>
                    <a:pt x="1430426" y="614366"/>
                    <a:pt x="1429156" y="616906"/>
                  </a:cubicBezTo>
                  <a:cubicBezTo>
                    <a:pt x="1427886" y="618176"/>
                    <a:pt x="1426616" y="618176"/>
                    <a:pt x="1425346" y="619446"/>
                  </a:cubicBezTo>
                  <a:cubicBezTo>
                    <a:pt x="1424076" y="620716"/>
                    <a:pt x="1424076" y="621986"/>
                    <a:pt x="1422806" y="624526"/>
                  </a:cubicBezTo>
                  <a:cubicBezTo>
                    <a:pt x="1421536" y="625796"/>
                    <a:pt x="1418996" y="628336"/>
                    <a:pt x="1416456" y="630876"/>
                  </a:cubicBezTo>
                  <a:cubicBezTo>
                    <a:pt x="1413916" y="632146"/>
                    <a:pt x="1412646" y="635956"/>
                    <a:pt x="1410106" y="637226"/>
                  </a:cubicBezTo>
                  <a:cubicBezTo>
                    <a:pt x="1408836" y="638496"/>
                    <a:pt x="1407566" y="638496"/>
                    <a:pt x="1406296" y="639766"/>
                  </a:cubicBezTo>
                  <a:cubicBezTo>
                    <a:pt x="1405026" y="641036"/>
                    <a:pt x="1403756" y="642306"/>
                    <a:pt x="1402486" y="643576"/>
                  </a:cubicBezTo>
                  <a:cubicBezTo>
                    <a:pt x="1399946" y="644846"/>
                    <a:pt x="1396136" y="646116"/>
                    <a:pt x="1393596" y="647386"/>
                  </a:cubicBezTo>
                  <a:cubicBezTo>
                    <a:pt x="1391056" y="648656"/>
                    <a:pt x="1388516" y="651196"/>
                    <a:pt x="1385976" y="651196"/>
                  </a:cubicBezTo>
                  <a:cubicBezTo>
                    <a:pt x="1384706" y="652466"/>
                    <a:pt x="1382166" y="652466"/>
                    <a:pt x="1380896" y="652466"/>
                  </a:cubicBezTo>
                  <a:cubicBezTo>
                    <a:pt x="1379626" y="653736"/>
                    <a:pt x="1378356" y="653736"/>
                    <a:pt x="1377086" y="655006"/>
                  </a:cubicBezTo>
                  <a:cubicBezTo>
                    <a:pt x="1374546" y="655006"/>
                    <a:pt x="1370736" y="655006"/>
                    <a:pt x="1366926" y="655006"/>
                  </a:cubicBezTo>
                  <a:cubicBezTo>
                    <a:pt x="1364386" y="656276"/>
                    <a:pt x="1360576" y="657546"/>
                    <a:pt x="1358036" y="657546"/>
                  </a:cubicBezTo>
                  <a:cubicBezTo>
                    <a:pt x="1356766" y="657546"/>
                    <a:pt x="1355496" y="657546"/>
                    <a:pt x="1352956" y="657546"/>
                  </a:cubicBezTo>
                  <a:cubicBezTo>
                    <a:pt x="1351686" y="657546"/>
                    <a:pt x="1350416" y="657546"/>
                    <a:pt x="1349146" y="657546"/>
                  </a:cubicBezTo>
                  <a:cubicBezTo>
                    <a:pt x="1346606" y="657546"/>
                    <a:pt x="1342796" y="656276"/>
                    <a:pt x="1338986" y="655006"/>
                  </a:cubicBezTo>
                  <a:cubicBezTo>
                    <a:pt x="1336446" y="655006"/>
                    <a:pt x="1332636" y="655006"/>
                    <a:pt x="1330096" y="653736"/>
                  </a:cubicBezTo>
                  <a:cubicBezTo>
                    <a:pt x="1328826" y="653736"/>
                    <a:pt x="1327556" y="652466"/>
                    <a:pt x="1326286" y="652466"/>
                  </a:cubicBezTo>
                  <a:cubicBezTo>
                    <a:pt x="1325016" y="651196"/>
                    <a:pt x="1322476" y="651196"/>
                    <a:pt x="1321206" y="651196"/>
                  </a:cubicBezTo>
                  <a:cubicBezTo>
                    <a:pt x="1318666" y="649926"/>
                    <a:pt x="1316126" y="647386"/>
                    <a:pt x="1313586" y="646116"/>
                  </a:cubicBezTo>
                  <a:cubicBezTo>
                    <a:pt x="1311046" y="644846"/>
                    <a:pt x="1307236" y="643576"/>
                    <a:pt x="1304696" y="642306"/>
                  </a:cubicBezTo>
                  <a:cubicBezTo>
                    <a:pt x="1303426" y="641036"/>
                    <a:pt x="1303426" y="639766"/>
                    <a:pt x="1302156" y="639766"/>
                  </a:cubicBezTo>
                  <a:cubicBezTo>
                    <a:pt x="1300886" y="638496"/>
                    <a:pt x="1299616" y="638496"/>
                    <a:pt x="1297076" y="635956"/>
                  </a:cubicBezTo>
                  <a:cubicBezTo>
                    <a:pt x="1293266" y="632146"/>
                    <a:pt x="1280566" y="616906"/>
                    <a:pt x="1279296" y="614366"/>
                  </a:cubicBezTo>
                  <a:cubicBezTo>
                    <a:pt x="1276756" y="610556"/>
                    <a:pt x="1236116" y="574996"/>
                    <a:pt x="1220876" y="550866"/>
                  </a:cubicBezTo>
                  <a:cubicBezTo>
                    <a:pt x="1204366" y="524196"/>
                    <a:pt x="1198016" y="468316"/>
                    <a:pt x="1186586" y="461966"/>
                  </a:cubicBezTo>
                  <a:cubicBezTo>
                    <a:pt x="1182776" y="459426"/>
                    <a:pt x="1180236" y="463236"/>
                    <a:pt x="1175156" y="464506"/>
                  </a:cubicBezTo>
                  <a:cubicBezTo>
                    <a:pt x="1156106" y="468316"/>
                    <a:pt x="1093876" y="483556"/>
                    <a:pt x="1058316" y="488636"/>
                  </a:cubicBezTo>
                  <a:cubicBezTo>
                    <a:pt x="1026566" y="492446"/>
                    <a:pt x="1001166" y="491176"/>
                    <a:pt x="970686" y="491176"/>
                  </a:cubicBezTo>
                  <a:cubicBezTo>
                    <a:pt x="937666" y="492446"/>
                    <a:pt x="902106" y="493716"/>
                    <a:pt x="867816" y="493716"/>
                  </a:cubicBezTo>
                  <a:cubicBezTo>
                    <a:pt x="832256" y="494986"/>
                    <a:pt x="796696" y="494986"/>
                    <a:pt x="762406" y="496256"/>
                  </a:cubicBezTo>
                  <a:cubicBezTo>
                    <a:pt x="729386" y="496256"/>
                    <a:pt x="690016" y="497526"/>
                    <a:pt x="667156" y="497526"/>
                  </a:cubicBezTo>
                  <a:cubicBezTo>
                    <a:pt x="654456" y="497526"/>
                    <a:pt x="640486" y="497526"/>
                    <a:pt x="636676" y="498796"/>
                  </a:cubicBezTo>
                  <a:cubicBezTo>
                    <a:pt x="635406" y="498796"/>
                    <a:pt x="635406" y="498796"/>
                    <a:pt x="635406" y="498796"/>
                  </a:cubicBezTo>
                  <a:cubicBezTo>
                    <a:pt x="629056" y="502606"/>
                    <a:pt x="583336" y="525466"/>
                    <a:pt x="555396" y="538166"/>
                  </a:cubicBezTo>
                  <a:cubicBezTo>
                    <a:pt x="522376" y="552136"/>
                    <a:pt x="486816" y="566106"/>
                    <a:pt x="451256" y="577536"/>
                  </a:cubicBezTo>
                  <a:cubicBezTo>
                    <a:pt x="413156" y="588966"/>
                    <a:pt x="371246" y="602936"/>
                    <a:pt x="335686" y="605476"/>
                  </a:cubicBezTo>
                  <a:cubicBezTo>
                    <a:pt x="306476" y="606746"/>
                    <a:pt x="282346" y="600396"/>
                    <a:pt x="253136" y="594046"/>
                  </a:cubicBezTo>
                  <a:cubicBezTo>
                    <a:pt x="218846" y="587696"/>
                    <a:pt x="178206" y="582616"/>
                    <a:pt x="143916" y="566106"/>
                  </a:cubicBezTo>
                  <a:cubicBezTo>
                    <a:pt x="109626" y="550866"/>
                    <a:pt x="72796" y="526736"/>
                    <a:pt x="48666" y="501336"/>
                  </a:cubicBezTo>
                  <a:cubicBezTo>
                    <a:pt x="28346" y="479746"/>
                    <a:pt x="13106" y="453076"/>
                    <a:pt x="5486" y="427676"/>
                  </a:cubicBezTo>
                  <a:cubicBezTo>
                    <a:pt x="-2134" y="402276"/>
                    <a:pt x="406" y="350206"/>
                    <a:pt x="406" y="350206"/>
                  </a:cubicBezTo>
                  <a:moveTo>
                    <a:pt x="1512976" y="408626"/>
                  </a:moveTo>
                  <a:cubicBezTo>
                    <a:pt x="1540916" y="440376"/>
                    <a:pt x="1618386" y="408626"/>
                    <a:pt x="1620926" y="397196"/>
                  </a:cubicBezTo>
                  <a:cubicBezTo>
                    <a:pt x="1622196" y="393386"/>
                    <a:pt x="1615846" y="385766"/>
                    <a:pt x="1612036" y="384496"/>
                  </a:cubicBezTo>
                  <a:cubicBezTo>
                    <a:pt x="1608226" y="383226"/>
                    <a:pt x="1604416" y="389576"/>
                    <a:pt x="1598066" y="389576"/>
                  </a:cubicBezTo>
                  <a:cubicBezTo>
                    <a:pt x="1586636" y="390846"/>
                    <a:pt x="1565046" y="381956"/>
                    <a:pt x="1551076" y="385766"/>
                  </a:cubicBezTo>
                  <a:cubicBezTo>
                    <a:pt x="1537106" y="388306"/>
                    <a:pt x="1512976" y="408626"/>
                    <a:pt x="1512976" y="408626"/>
                  </a:cubicBezTo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430203" y="4974908"/>
            <a:ext cx="477203" cy="643890"/>
            <a:chOff x="0" y="0"/>
            <a:chExt cx="636270" cy="858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212" y="50661"/>
              <a:ext cx="535325" cy="758829"/>
            </a:xfrm>
            <a:custGeom>
              <a:avLst/>
              <a:gdLst/>
              <a:ahLst/>
              <a:cxnLst/>
              <a:rect r="r" b="b" t="t" l="l"/>
              <a:pathLst>
                <a:path h="758829" w="535325">
                  <a:moveTo>
                    <a:pt x="62548" y="514489"/>
                  </a:moveTo>
                  <a:cubicBezTo>
                    <a:pt x="-952" y="311289"/>
                    <a:pt x="-4762" y="276999"/>
                    <a:pt x="2858" y="251599"/>
                  </a:cubicBezTo>
                  <a:cubicBezTo>
                    <a:pt x="7938" y="231279"/>
                    <a:pt x="18098" y="213499"/>
                    <a:pt x="32068" y="203339"/>
                  </a:cubicBezTo>
                  <a:cubicBezTo>
                    <a:pt x="46038" y="191909"/>
                    <a:pt x="68898" y="184289"/>
                    <a:pt x="86678" y="185559"/>
                  </a:cubicBezTo>
                  <a:cubicBezTo>
                    <a:pt x="104458" y="186829"/>
                    <a:pt x="122238" y="193179"/>
                    <a:pt x="137478" y="208419"/>
                  </a:cubicBezTo>
                  <a:cubicBezTo>
                    <a:pt x="161608" y="232549"/>
                    <a:pt x="190818" y="303669"/>
                    <a:pt x="194628" y="334149"/>
                  </a:cubicBezTo>
                  <a:cubicBezTo>
                    <a:pt x="197168" y="350659"/>
                    <a:pt x="195898" y="359549"/>
                    <a:pt x="189548" y="372249"/>
                  </a:cubicBezTo>
                  <a:cubicBezTo>
                    <a:pt x="181928" y="387489"/>
                    <a:pt x="167958" y="407809"/>
                    <a:pt x="150178" y="415429"/>
                  </a:cubicBezTo>
                  <a:cubicBezTo>
                    <a:pt x="131128" y="423049"/>
                    <a:pt x="94298" y="424319"/>
                    <a:pt x="75248" y="412889"/>
                  </a:cubicBezTo>
                  <a:cubicBezTo>
                    <a:pt x="54928" y="402729"/>
                    <a:pt x="37148" y="376059"/>
                    <a:pt x="33338" y="350659"/>
                  </a:cubicBezTo>
                  <a:cubicBezTo>
                    <a:pt x="28258" y="316369"/>
                    <a:pt x="52388" y="250329"/>
                    <a:pt x="71438" y="222389"/>
                  </a:cubicBezTo>
                  <a:cubicBezTo>
                    <a:pt x="84138" y="204609"/>
                    <a:pt x="101918" y="193179"/>
                    <a:pt x="117158" y="186829"/>
                  </a:cubicBezTo>
                  <a:cubicBezTo>
                    <a:pt x="129858" y="181749"/>
                    <a:pt x="143828" y="181749"/>
                    <a:pt x="156528" y="184289"/>
                  </a:cubicBezTo>
                  <a:cubicBezTo>
                    <a:pt x="173038" y="189369"/>
                    <a:pt x="192088" y="198259"/>
                    <a:pt x="206058" y="214769"/>
                  </a:cubicBezTo>
                  <a:cubicBezTo>
                    <a:pt x="231458" y="245249"/>
                    <a:pt x="280988" y="327799"/>
                    <a:pt x="267018" y="365899"/>
                  </a:cubicBezTo>
                  <a:cubicBezTo>
                    <a:pt x="253048" y="403999"/>
                    <a:pt x="152718" y="458609"/>
                    <a:pt x="119698" y="440829"/>
                  </a:cubicBezTo>
                  <a:cubicBezTo>
                    <a:pt x="71438" y="414159"/>
                    <a:pt x="77788" y="146189"/>
                    <a:pt x="80328" y="86499"/>
                  </a:cubicBezTo>
                  <a:cubicBezTo>
                    <a:pt x="81598" y="66179"/>
                    <a:pt x="84138" y="58559"/>
                    <a:pt x="90488" y="47129"/>
                  </a:cubicBezTo>
                  <a:cubicBezTo>
                    <a:pt x="95568" y="35699"/>
                    <a:pt x="104458" y="22999"/>
                    <a:pt x="117158" y="15379"/>
                  </a:cubicBezTo>
                  <a:cubicBezTo>
                    <a:pt x="131128" y="6489"/>
                    <a:pt x="156528" y="-1131"/>
                    <a:pt x="175578" y="139"/>
                  </a:cubicBezTo>
                  <a:cubicBezTo>
                    <a:pt x="194628" y="2679"/>
                    <a:pt x="216218" y="14109"/>
                    <a:pt x="228918" y="28079"/>
                  </a:cubicBezTo>
                  <a:cubicBezTo>
                    <a:pt x="242888" y="42049"/>
                    <a:pt x="254318" y="82689"/>
                    <a:pt x="251778" y="83959"/>
                  </a:cubicBezTo>
                  <a:cubicBezTo>
                    <a:pt x="249238" y="85229"/>
                    <a:pt x="206058" y="14109"/>
                    <a:pt x="206058" y="15379"/>
                  </a:cubicBezTo>
                  <a:cubicBezTo>
                    <a:pt x="204788" y="15379"/>
                    <a:pt x="291148" y="143649"/>
                    <a:pt x="325438" y="208419"/>
                  </a:cubicBezTo>
                  <a:cubicBezTo>
                    <a:pt x="357188" y="268109"/>
                    <a:pt x="394018" y="340499"/>
                    <a:pt x="407988" y="388759"/>
                  </a:cubicBezTo>
                  <a:cubicBezTo>
                    <a:pt x="416878" y="417969"/>
                    <a:pt x="418148" y="435749"/>
                    <a:pt x="418148" y="464959"/>
                  </a:cubicBezTo>
                  <a:cubicBezTo>
                    <a:pt x="418148" y="503059"/>
                    <a:pt x="416878" y="567829"/>
                    <a:pt x="400368" y="598309"/>
                  </a:cubicBezTo>
                  <a:cubicBezTo>
                    <a:pt x="390208" y="617359"/>
                    <a:pt x="373698" y="630059"/>
                    <a:pt x="357188" y="636409"/>
                  </a:cubicBezTo>
                  <a:cubicBezTo>
                    <a:pt x="339408" y="642759"/>
                    <a:pt x="315278" y="644029"/>
                    <a:pt x="298768" y="636409"/>
                  </a:cubicBezTo>
                  <a:cubicBezTo>
                    <a:pt x="278448" y="627519"/>
                    <a:pt x="261938" y="609739"/>
                    <a:pt x="246698" y="579259"/>
                  </a:cubicBezTo>
                  <a:cubicBezTo>
                    <a:pt x="217488" y="517029"/>
                    <a:pt x="183198" y="252869"/>
                    <a:pt x="188278" y="251599"/>
                  </a:cubicBezTo>
                  <a:cubicBezTo>
                    <a:pt x="190818" y="250329"/>
                    <a:pt x="209868" y="323989"/>
                    <a:pt x="213678" y="322719"/>
                  </a:cubicBezTo>
                  <a:cubicBezTo>
                    <a:pt x="218758" y="322719"/>
                    <a:pt x="206058" y="252869"/>
                    <a:pt x="211138" y="219849"/>
                  </a:cubicBezTo>
                  <a:cubicBezTo>
                    <a:pt x="217488" y="188099"/>
                    <a:pt x="227648" y="161429"/>
                    <a:pt x="246698" y="129679"/>
                  </a:cubicBezTo>
                  <a:cubicBezTo>
                    <a:pt x="270828" y="89039"/>
                    <a:pt x="320358" y="1409"/>
                    <a:pt x="359728" y="1409"/>
                  </a:cubicBezTo>
                  <a:cubicBezTo>
                    <a:pt x="400368" y="1409"/>
                    <a:pt x="456248" y="95389"/>
                    <a:pt x="485458" y="141109"/>
                  </a:cubicBezTo>
                  <a:cubicBezTo>
                    <a:pt x="509588" y="177939"/>
                    <a:pt x="538798" y="213499"/>
                    <a:pt x="534988" y="249059"/>
                  </a:cubicBezTo>
                  <a:cubicBezTo>
                    <a:pt x="531178" y="290969"/>
                    <a:pt x="479108" y="362089"/>
                    <a:pt x="444818" y="376059"/>
                  </a:cubicBezTo>
                  <a:cubicBezTo>
                    <a:pt x="420688" y="386219"/>
                    <a:pt x="392748" y="376059"/>
                    <a:pt x="367348" y="365899"/>
                  </a:cubicBezTo>
                  <a:cubicBezTo>
                    <a:pt x="338138" y="353199"/>
                    <a:pt x="315278" y="316369"/>
                    <a:pt x="284798" y="297319"/>
                  </a:cubicBezTo>
                  <a:cubicBezTo>
                    <a:pt x="254318" y="278269"/>
                    <a:pt x="195898" y="243979"/>
                    <a:pt x="183198" y="254139"/>
                  </a:cubicBezTo>
                  <a:cubicBezTo>
                    <a:pt x="173038" y="263029"/>
                    <a:pt x="202248" y="306209"/>
                    <a:pt x="206058" y="340499"/>
                  </a:cubicBezTo>
                  <a:cubicBezTo>
                    <a:pt x="211138" y="387489"/>
                    <a:pt x="199708" y="454799"/>
                    <a:pt x="202248" y="513219"/>
                  </a:cubicBezTo>
                  <a:cubicBezTo>
                    <a:pt x="204788" y="570369"/>
                    <a:pt x="223838" y="647839"/>
                    <a:pt x="217488" y="684669"/>
                  </a:cubicBezTo>
                  <a:cubicBezTo>
                    <a:pt x="214948" y="702449"/>
                    <a:pt x="209868" y="712609"/>
                    <a:pt x="202248" y="722769"/>
                  </a:cubicBezTo>
                  <a:cubicBezTo>
                    <a:pt x="193358" y="734199"/>
                    <a:pt x="183198" y="744359"/>
                    <a:pt x="169228" y="749439"/>
                  </a:cubicBezTo>
                  <a:cubicBezTo>
                    <a:pt x="152718" y="757059"/>
                    <a:pt x="124778" y="759599"/>
                    <a:pt x="108268" y="755789"/>
                  </a:cubicBezTo>
                  <a:cubicBezTo>
                    <a:pt x="93028" y="751979"/>
                    <a:pt x="81598" y="745629"/>
                    <a:pt x="71438" y="734199"/>
                  </a:cubicBezTo>
                  <a:cubicBezTo>
                    <a:pt x="58738" y="721499"/>
                    <a:pt x="47308" y="701179"/>
                    <a:pt x="44768" y="678319"/>
                  </a:cubicBezTo>
                  <a:cubicBezTo>
                    <a:pt x="40958" y="647839"/>
                    <a:pt x="66358" y="613549"/>
                    <a:pt x="72708" y="565289"/>
                  </a:cubicBezTo>
                  <a:cubicBezTo>
                    <a:pt x="84138" y="481469"/>
                    <a:pt x="68898" y="285889"/>
                    <a:pt x="81598" y="221119"/>
                  </a:cubicBezTo>
                  <a:cubicBezTo>
                    <a:pt x="86678" y="193179"/>
                    <a:pt x="90488" y="177939"/>
                    <a:pt x="103188" y="163969"/>
                  </a:cubicBezTo>
                  <a:cubicBezTo>
                    <a:pt x="114618" y="149999"/>
                    <a:pt x="137478" y="138569"/>
                    <a:pt x="156528" y="136029"/>
                  </a:cubicBezTo>
                  <a:cubicBezTo>
                    <a:pt x="174308" y="134759"/>
                    <a:pt x="195898" y="136029"/>
                    <a:pt x="214948" y="151269"/>
                  </a:cubicBezTo>
                  <a:cubicBezTo>
                    <a:pt x="249238" y="176669"/>
                    <a:pt x="294958" y="271919"/>
                    <a:pt x="314008" y="325259"/>
                  </a:cubicBezTo>
                  <a:cubicBezTo>
                    <a:pt x="329248" y="365899"/>
                    <a:pt x="339408" y="407809"/>
                    <a:pt x="335598" y="437019"/>
                  </a:cubicBezTo>
                  <a:cubicBezTo>
                    <a:pt x="333058" y="457339"/>
                    <a:pt x="325438" y="473849"/>
                    <a:pt x="312738" y="486549"/>
                  </a:cubicBezTo>
                  <a:cubicBezTo>
                    <a:pt x="301308" y="499249"/>
                    <a:pt x="283528" y="510679"/>
                    <a:pt x="265748" y="511949"/>
                  </a:cubicBezTo>
                  <a:cubicBezTo>
                    <a:pt x="244158" y="513219"/>
                    <a:pt x="206058" y="503059"/>
                    <a:pt x="190818" y="486549"/>
                  </a:cubicBezTo>
                  <a:cubicBezTo>
                    <a:pt x="174308" y="470039"/>
                    <a:pt x="164148" y="433209"/>
                    <a:pt x="169228" y="410349"/>
                  </a:cubicBezTo>
                  <a:cubicBezTo>
                    <a:pt x="174308" y="387489"/>
                    <a:pt x="198438" y="358279"/>
                    <a:pt x="220028" y="349389"/>
                  </a:cubicBezTo>
                  <a:cubicBezTo>
                    <a:pt x="241618" y="340499"/>
                    <a:pt x="279718" y="344309"/>
                    <a:pt x="300038" y="358279"/>
                  </a:cubicBezTo>
                  <a:cubicBezTo>
                    <a:pt x="319088" y="370979"/>
                    <a:pt x="334328" y="406539"/>
                    <a:pt x="336868" y="428129"/>
                  </a:cubicBezTo>
                  <a:cubicBezTo>
                    <a:pt x="338138" y="445909"/>
                    <a:pt x="329248" y="466229"/>
                    <a:pt x="319088" y="478929"/>
                  </a:cubicBezTo>
                  <a:cubicBezTo>
                    <a:pt x="308928" y="492899"/>
                    <a:pt x="292418" y="506869"/>
                    <a:pt x="274638" y="509409"/>
                  </a:cubicBezTo>
                  <a:cubicBezTo>
                    <a:pt x="253048" y="514489"/>
                    <a:pt x="221298" y="511949"/>
                    <a:pt x="197168" y="492899"/>
                  </a:cubicBezTo>
                  <a:cubicBezTo>
                    <a:pt x="151448" y="454799"/>
                    <a:pt x="82868" y="276999"/>
                    <a:pt x="81598" y="221119"/>
                  </a:cubicBezTo>
                  <a:cubicBezTo>
                    <a:pt x="80328" y="194449"/>
                    <a:pt x="91758" y="177939"/>
                    <a:pt x="103188" y="163969"/>
                  </a:cubicBezTo>
                  <a:cubicBezTo>
                    <a:pt x="112078" y="152539"/>
                    <a:pt x="123508" y="146189"/>
                    <a:pt x="136208" y="141109"/>
                  </a:cubicBezTo>
                  <a:cubicBezTo>
                    <a:pt x="148908" y="136029"/>
                    <a:pt x="164148" y="134759"/>
                    <a:pt x="176848" y="136029"/>
                  </a:cubicBezTo>
                  <a:cubicBezTo>
                    <a:pt x="189548" y="138569"/>
                    <a:pt x="203518" y="143649"/>
                    <a:pt x="214948" y="151269"/>
                  </a:cubicBezTo>
                  <a:cubicBezTo>
                    <a:pt x="225108" y="158889"/>
                    <a:pt x="235268" y="163969"/>
                    <a:pt x="241618" y="181749"/>
                  </a:cubicBezTo>
                  <a:cubicBezTo>
                    <a:pt x="261938" y="233819"/>
                    <a:pt x="258128" y="435749"/>
                    <a:pt x="249238" y="530999"/>
                  </a:cubicBezTo>
                  <a:cubicBezTo>
                    <a:pt x="242888" y="599579"/>
                    <a:pt x="227648" y="670699"/>
                    <a:pt x="212408" y="704989"/>
                  </a:cubicBezTo>
                  <a:cubicBezTo>
                    <a:pt x="204788" y="721499"/>
                    <a:pt x="198438" y="730389"/>
                    <a:pt x="187008" y="738009"/>
                  </a:cubicBezTo>
                  <a:cubicBezTo>
                    <a:pt x="176848" y="746899"/>
                    <a:pt x="162878" y="754519"/>
                    <a:pt x="150178" y="757059"/>
                  </a:cubicBezTo>
                  <a:cubicBezTo>
                    <a:pt x="136208" y="759599"/>
                    <a:pt x="122238" y="759599"/>
                    <a:pt x="108268" y="755789"/>
                  </a:cubicBezTo>
                  <a:cubicBezTo>
                    <a:pt x="90488" y="749439"/>
                    <a:pt x="70168" y="739279"/>
                    <a:pt x="57468" y="718959"/>
                  </a:cubicBezTo>
                  <a:cubicBezTo>
                    <a:pt x="34608" y="679589"/>
                    <a:pt x="32068" y="580529"/>
                    <a:pt x="28258" y="511949"/>
                  </a:cubicBezTo>
                  <a:cubicBezTo>
                    <a:pt x="23178" y="447179"/>
                    <a:pt x="26988" y="372249"/>
                    <a:pt x="32068" y="318909"/>
                  </a:cubicBezTo>
                  <a:cubicBezTo>
                    <a:pt x="35878" y="279539"/>
                    <a:pt x="37148" y="252869"/>
                    <a:pt x="49848" y="219849"/>
                  </a:cubicBezTo>
                  <a:cubicBezTo>
                    <a:pt x="62548" y="183019"/>
                    <a:pt x="84138" y="132219"/>
                    <a:pt x="113348" y="110629"/>
                  </a:cubicBezTo>
                  <a:cubicBezTo>
                    <a:pt x="138748" y="91579"/>
                    <a:pt x="175578" y="85229"/>
                    <a:pt x="206058" y="85229"/>
                  </a:cubicBezTo>
                  <a:cubicBezTo>
                    <a:pt x="236538" y="85229"/>
                    <a:pt x="265748" y="99199"/>
                    <a:pt x="294958" y="110629"/>
                  </a:cubicBezTo>
                  <a:cubicBezTo>
                    <a:pt x="322898" y="122059"/>
                    <a:pt x="353378" y="136029"/>
                    <a:pt x="377508" y="155079"/>
                  </a:cubicBezTo>
                  <a:cubicBezTo>
                    <a:pt x="404178" y="175399"/>
                    <a:pt x="451168" y="209689"/>
                    <a:pt x="447358" y="228739"/>
                  </a:cubicBezTo>
                  <a:cubicBezTo>
                    <a:pt x="443548" y="249059"/>
                    <a:pt x="377508" y="282079"/>
                    <a:pt x="350838" y="270649"/>
                  </a:cubicBezTo>
                  <a:cubicBezTo>
                    <a:pt x="316548" y="257949"/>
                    <a:pt x="272098" y="109359"/>
                    <a:pt x="279718" y="104279"/>
                  </a:cubicBezTo>
                  <a:cubicBezTo>
                    <a:pt x="284798" y="100469"/>
                    <a:pt x="320358" y="165239"/>
                    <a:pt x="345758" y="170319"/>
                  </a:cubicBezTo>
                  <a:cubicBezTo>
                    <a:pt x="371158" y="174129"/>
                    <a:pt x="423228" y="119519"/>
                    <a:pt x="433388" y="128409"/>
                  </a:cubicBezTo>
                  <a:cubicBezTo>
                    <a:pt x="446088" y="139839"/>
                    <a:pt x="401638" y="228739"/>
                    <a:pt x="373698" y="276999"/>
                  </a:cubicBezTo>
                  <a:cubicBezTo>
                    <a:pt x="343218" y="332879"/>
                    <a:pt x="301308" y="414159"/>
                    <a:pt x="254318" y="440829"/>
                  </a:cubicBezTo>
                  <a:cubicBezTo>
                    <a:pt x="214948" y="462419"/>
                    <a:pt x="156528" y="466229"/>
                    <a:pt x="120968" y="450989"/>
                  </a:cubicBezTo>
                  <a:cubicBezTo>
                    <a:pt x="87948" y="437019"/>
                    <a:pt x="61278" y="393839"/>
                    <a:pt x="46038" y="362089"/>
                  </a:cubicBezTo>
                  <a:cubicBezTo>
                    <a:pt x="33338" y="335419"/>
                    <a:pt x="32068" y="306209"/>
                    <a:pt x="29528" y="278269"/>
                  </a:cubicBezTo>
                  <a:cubicBezTo>
                    <a:pt x="26988" y="250329"/>
                    <a:pt x="26988" y="221119"/>
                    <a:pt x="33338" y="193179"/>
                  </a:cubicBezTo>
                  <a:cubicBezTo>
                    <a:pt x="38418" y="162699"/>
                    <a:pt x="42228" y="124599"/>
                    <a:pt x="63818" y="101739"/>
                  </a:cubicBezTo>
                  <a:cubicBezTo>
                    <a:pt x="87948" y="77609"/>
                    <a:pt x="142558" y="57289"/>
                    <a:pt x="176848" y="56019"/>
                  </a:cubicBezTo>
                  <a:cubicBezTo>
                    <a:pt x="203518" y="56019"/>
                    <a:pt x="228918" y="71259"/>
                    <a:pt x="251778" y="85229"/>
                  </a:cubicBezTo>
                  <a:cubicBezTo>
                    <a:pt x="275908" y="101739"/>
                    <a:pt x="298768" y="124599"/>
                    <a:pt x="315278" y="152539"/>
                  </a:cubicBezTo>
                  <a:cubicBezTo>
                    <a:pt x="334328" y="183019"/>
                    <a:pt x="341948" y="218579"/>
                    <a:pt x="354648" y="265569"/>
                  </a:cubicBezTo>
                  <a:cubicBezTo>
                    <a:pt x="373698" y="339229"/>
                    <a:pt x="415608" y="500519"/>
                    <a:pt x="410528" y="558939"/>
                  </a:cubicBezTo>
                  <a:cubicBezTo>
                    <a:pt x="407988" y="585609"/>
                    <a:pt x="400368" y="600849"/>
                    <a:pt x="388938" y="614819"/>
                  </a:cubicBezTo>
                  <a:cubicBezTo>
                    <a:pt x="381318" y="624979"/>
                    <a:pt x="371158" y="633869"/>
                    <a:pt x="357188" y="636409"/>
                  </a:cubicBezTo>
                  <a:cubicBezTo>
                    <a:pt x="336868" y="641489"/>
                    <a:pt x="298768" y="640219"/>
                    <a:pt x="280988" y="627519"/>
                  </a:cubicBezTo>
                  <a:cubicBezTo>
                    <a:pt x="261938" y="614819"/>
                    <a:pt x="249238" y="585609"/>
                    <a:pt x="244158" y="558939"/>
                  </a:cubicBezTo>
                  <a:cubicBezTo>
                    <a:pt x="239078" y="527189"/>
                    <a:pt x="268288" y="491629"/>
                    <a:pt x="263208" y="445909"/>
                  </a:cubicBezTo>
                  <a:cubicBezTo>
                    <a:pt x="255588" y="370979"/>
                    <a:pt x="185738" y="218579"/>
                    <a:pt x="146368" y="156349"/>
                  </a:cubicBezTo>
                  <a:cubicBezTo>
                    <a:pt x="124778" y="123329"/>
                    <a:pt x="86678" y="108089"/>
                    <a:pt x="80328" y="86499"/>
                  </a:cubicBezTo>
                  <a:cubicBezTo>
                    <a:pt x="76518" y="72529"/>
                    <a:pt x="84138" y="58559"/>
                    <a:pt x="90488" y="47129"/>
                  </a:cubicBezTo>
                  <a:cubicBezTo>
                    <a:pt x="95568" y="35699"/>
                    <a:pt x="105728" y="22999"/>
                    <a:pt x="117158" y="15379"/>
                  </a:cubicBezTo>
                  <a:cubicBezTo>
                    <a:pt x="127318" y="7759"/>
                    <a:pt x="141288" y="2679"/>
                    <a:pt x="155258" y="1409"/>
                  </a:cubicBezTo>
                  <a:cubicBezTo>
                    <a:pt x="167958" y="-1131"/>
                    <a:pt x="183198" y="139"/>
                    <a:pt x="195898" y="5219"/>
                  </a:cubicBezTo>
                  <a:cubicBezTo>
                    <a:pt x="208598" y="9029"/>
                    <a:pt x="220028" y="17919"/>
                    <a:pt x="228918" y="28079"/>
                  </a:cubicBezTo>
                  <a:cubicBezTo>
                    <a:pt x="239078" y="38239"/>
                    <a:pt x="242888" y="45859"/>
                    <a:pt x="249238" y="63639"/>
                  </a:cubicBezTo>
                  <a:cubicBezTo>
                    <a:pt x="264478" y="113169"/>
                    <a:pt x="280988" y="279539"/>
                    <a:pt x="284798" y="350659"/>
                  </a:cubicBezTo>
                  <a:cubicBezTo>
                    <a:pt x="286068" y="392569"/>
                    <a:pt x="293688" y="421779"/>
                    <a:pt x="279718" y="449719"/>
                  </a:cubicBezTo>
                  <a:cubicBezTo>
                    <a:pt x="264478" y="480199"/>
                    <a:pt x="218758" y="522109"/>
                    <a:pt x="192088" y="520839"/>
                  </a:cubicBezTo>
                  <a:cubicBezTo>
                    <a:pt x="164148" y="519569"/>
                    <a:pt x="134938" y="475119"/>
                    <a:pt x="114618" y="439559"/>
                  </a:cubicBezTo>
                  <a:cubicBezTo>
                    <a:pt x="87948" y="393839"/>
                    <a:pt x="56198" y="302399"/>
                    <a:pt x="58738" y="260489"/>
                  </a:cubicBezTo>
                  <a:cubicBezTo>
                    <a:pt x="61278" y="236359"/>
                    <a:pt x="68898" y="219849"/>
                    <a:pt x="82868" y="207149"/>
                  </a:cubicBezTo>
                  <a:cubicBezTo>
                    <a:pt x="99378" y="193179"/>
                    <a:pt x="134938" y="181749"/>
                    <a:pt x="156528" y="184289"/>
                  </a:cubicBezTo>
                  <a:cubicBezTo>
                    <a:pt x="175578" y="186829"/>
                    <a:pt x="195898" y="203339"/>
                    <a:pt x="206058" y="214769"/>
                  </a:cubicBezTo>
                  <a:cubicBezTo>
                    <a:pt x="216218" y="226199"/>
                    <a:pt x="221298" y="235089"/>
                    <a:pt x="222568" y="251599"/>
                  </a:cubicBezTo>
                  <a:cubicBezTo>
                    <a:pt x="225108" y="279539"/>
                    <a:pt x="208598" y="343039"/>
                    <a:pt x="189548" y="372249"/>
                  </a:cubicBezTo>
                  <a:cubicBezTo>
                    <a:pt x="175578" y="395109"/>
                    <a:pt x="150178" y="414159"/>
                    <a:pt x="132398" y="421779"/>
                  </a:cubicBezTo>
                  <a:cubicBezTo>
                    <a:pt x="118428" y="425589"/>
                    <a:pt x="105728" y="424319"/>
                    <a:pt x="93028" y="420509"/>
                  </a:cubicBezTo>
                  <a:cubicBezTo>
                    <a:pt x="77788" y="415429"/>
                    <a:pt x="56198" y="400189"/>
                    <a:pt x="46038" y="387489"/>
                  </a:cubicBezTo>
                  <a:cubicBezTo>
                    <a:pt x="38418" y="376059"/>
                    <a:pt x="29528" y="358279"/>
                    <a:pt x="33338" y="350659"/>
                  </a:cubicBezTo>
                  <a:cubicBezTo>
                    <a:pt x="35878" y="344309"/>
                    <a:pt x="52388" y="348119"/>
                    <a:pt x="53658" y="341769"/>
                  </a:cubicBezTo>
                  <a:cubicBezTo>
                    <a:pt x="57468" y="330339"/>
                    <a:pt x="6668" y="288429"/>
                    <a:pt x="1588" y="270649"/>
                  </a:cubicBezTo>
                  <a:cubicBezTo>
                    <a:pt x="-952" y="263029"/>
                    <a:pt x="318" y="259219"/>
                    <a:pt x="2858" y="251599"/>
                  </a:cubicBezTo>
                  <a:cubicBezTo>
                    <a:pt x="6668" y="238899"/>
                    <a:pt x="19368" y="213499"/>
                    <a:pt x="32068" y="203339"/>
                  </a:cubicBezTo>
                  <a:cubicBezTo>
                    <a:pt x="42228" y="194449"/>
                    <a:pt x="53658" y="188099"/>
                    <a:pt x="66358" y="186829"/>
                  </a:cubicBezTo>
                  <a:cubicBezTo>
                    <a:pt x="82868" y="185559"/>
                    <a:pt x="108268" y="189369"/>
                    <a:pt x="122238" y="196989"/>
                  </a:cubicBezTo>
                  <a:cubicBezTo>
                    <a:pt x="134938" y="203339"/>
                    <a:pt x="142558" y="209689"/>
                    <a:pt x="150178" y="223659"/>
                  </a:cubicBezTo>
                  <a:cubicBezTo>
                    <a:pt x="165418" y="254139"/>
                    <a:pt x="160338" y="339229"/>
                    <a:pt x="173038" y="386219"/>
                  </a:cubicBezTo>
                  <a:cubicBezTo>
                    <a:pt x="181928" y="421779"/>
                    <a:pt x="208598" y="456069"/>
                    <a:pt x="209868" y="481469"/>
                  </a:cubicBezTo>
                  <a:cubicBezTo>
                    <a:pt x="211138" y="495439"/>
                    <a:pt x="207328" y="505599"/>
                    <a:pt x="200978" y="517029"/>
                  </a:cubicBezTo>
                  <a:cubicBezTo>
                    <a:pt x="192088" y="530999"/>
                    <a:pt x="174308" y="547509"/>
                    <a:pt x="159068" y="553859"/>
                  </a:cubicBezTo>
                  <a:cubicBezTo>
                    <a:pt x="142558" y="558939"/>
                    <a:pt x="118428" y="558939"/>
                    <a:pt x="103188" y="552589"/>
                  </a:cubicBezTo>
                  <a:cubicBezTo>
                    <a:pt x="86678" y="546239"/>
                    <a:pt x="62548" y="514489"/>
                    <a:pt x="62548" y="514489"/>
                  </a:cubicBezTo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660832" y="4675822"/>
            <a:ext cx="719138" cy="560070"/>
            <a:chOff x="0" y="0"/>
            <a:chExt cx="958850" cy="746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8209" y="47537"/>
              <a:ext cx="860603" cy="647511"/>
            </a:xfrm>
            <a:custGeom>
              <a:avLst/>
              <a:gdLst/>
              <a:ahLst/>
              <a:cxnLst/>
              <a:rect r="r" b="b" t="t" l="l"/>
              <a:pathLst>
                <a:path h="647511" w="860603">
                  <a:moveTo>
                    <a:pt x="702361" y="131533"/>
                  </a:moveTo>
                  <a:cubicBezTo>
                    <a:pt x="477571" y="311873"/>
                    <a:pt x="419151" y="330923"/>
                    <a:pt x="411531" y="322033"/>
                  </a:cubicBezTo>
                  <a:cubicBezTo>
                    <a:pt x="405181" y="313143"/>
                    <a:pt x="440741" y="250913"/>
                    <a:pt x="449631" y="253453"/>
                  </a:cubicBezTo>
                  <a:cubicBezTo>
                    <a:pt x="462331" y="254723"/>
                    <a:pt x="480111" y="339813"/>
                    <a:pt x="469951" y="371563"/>
                  </a:cubicBezTo>
                  <a:cubicBezTo>
                    <a:pt x="461061" y="400773"/>
                    <a:pt x="430581" y="422363"/>
                    <a:pt x="403911" y="440143"/>
                  </a:cubicBezTo>
                  <a:cubicBezTo>
                    <a:pt x="373431" y="460463"/>
                    <a:pt x="331521" y="476973"/>
                    <a:pt x="297231" y="483323"/>
                  </a:cubicBezTo>
                  <a:cubicBezTo>
                    <a:pt x="266751" y="489673"/>
                    <a:pt x="240081" y="488403"/>
                    <a:pt x="208331" y="485863"/>
                  </a:cubicBezTo>
                  <a:cubicBezTo>
                    <a:pt x="171501" y="482053"/>
                    <a:pt x="123241" y="474433"/>
                    <a:pt x="87681" y="457923"/>
                  </a:cubicBezTo>
                  <a:cubicBezTo>
                    <a:pt x="54661" y="443953"/>
                    <a:pt x="12751" y="422363"/>
                    <a:pt x="2591" y="394423"/>
                  </a:cubicBezTo>
                  <a:cubicBezTo>
                    <a:pt x="-6299" y="367753"/>
                    <a:pt x="8941" y="316953"/>
                    <a:pt x="29261" y="295363"/>
                  </a:cubicBezTo>
                  <a:cubicBezTo>
                    <a:pt x="50851" y="275043"/>
                    <a:pt x="85141" y="273773"/>
                    <a:pt x="127051" y="269963"/>
                  </a:cubicBezTo>
                  <a:cubicBezTo>
                    <a:pt x="205791" y="261073"/>
                    <a:pt x="377241" y="273773"/>
                    <a:pt x="464871" y="286473"/>
                  </a:cubicBezTo>
                  <a:cubicBezTo>
                    <a:pt x="523291" y="295363"/>
                    <a:pt x="579171" y="308063"/>
                    <a:pt x="609651" y="320763"/>
                  </a:cubicBezTo>
                  <a:cubicBezTo>
                    <a:pt x="624891" y="328383"/>
                    <a:pt x="633781" y="332193"/>
                    <a:pt x="641401" y="343623"/>
                  </a:cubicBezTo>
                  <a:cubicBezTo>
                    <a:pt x="652831" y="360133"/>
                    <a:pt x="664261" y="396963"/>
                    <a:pt x="660451" y="418553"/>
                  </a:cubicBezTo>
                  <a:cubicBezTo>
                    <a:pt x="656641" y="437603"/>
                    <a:pt x="640131" y="456653"/>
                    <a:pt x="626161" y="466813"/>
                  </a:cubicBezTo>
                  <a:cubicBezTo>
                    <a:pt x="616001" y="475703"/>
                    <a:pt x="605841" y="478243"/>
                    <a:pt x="589331" y="480783"/>
                  </a:cubicBezTo>
                  <a:cubicBezTo>
                    <a:pt x="558851" y="485863"/>
                    <a:pt x="505511" y="484593"/>
                    <a:pt x="457251" y="474433"/>
                  </a:cubicBezTo>
                  <a:cubicBezTo>
                    <a:pt x="396291" y="459193"/>
                    <a:pt x="289611" y="435063"/>
                    <a:pt x="257861" y="386803"/>
                  </a:cubicBezTo>
                  <a:cubicBezTo>
                    <a:pt x="228651" y="343623"/>
                    <a:pt x="228651" y="238213"/>
                    <a:pt x="252781" y="212813"/>
                  </a:cubicBezTo>
                  <a:cubicBezTo>
                    <a:pt x="269291" y="195033"/>
                    <a:pt x="315011" y="205193"/>
                    <a:pt x="342951" y="212813"/>
                  </a:cubicBezTo>
                  <a:cubicBezTo>
                    <a:pt x="372161" y="221703"/>
                    <a:pt x="406451" y="238213"/>
                    <a:pt x="422961" y="263613"/>
                  </a:cubicBezTo>
                  <a:cubicBezTo>
                    <a:pt x="442011" y="291553"/>
                    <a:pt x="452171" y="351243"/>
                    <a:pt x="440741" y="384263"/>
                  </a:cubicBezTo>
                  <a:cubicBezTo>
                    <a:pt x="431851" y="414743"/>
                    <a:pt x="397561" y="440143"/>
                    <a:pt x="370891" y="456653"/>
                  </a:cubicBezTo>
                  <a:cubicBezTo>
                    <a:pt x="346761" y="471893"/>
                    <a:pt x="318821" y="476973"/>
                    <a:pt x="290881" y="482053"/>
                  </a:cubicBezTo>
                  <a:cubicBezTo>
                    <a:pt x="261671" y="487133"/>
                    <a:pt x="227381" y="493483"/>
                    <a:pt x="196901" y="487133"/>
                  </a:cubicBezTo>
                  <a:cubicBezTo>
                    <a:pt x="165151" y="479513"/>
                    <a:pt x="125781" y="464273"/>
                    <a:pt x="105461" y="437603"/>
                  </a:cubicBezTo>
                  <a:cubicBezTo>
                    <a:pt x="83871" y="409663"/>
                    <a:pt x="73711" y="351243"/>
                    <a:pt x="77521" y="315683"/>
                  </a:cubicBezTo>
                  <a:cubicBezTo>
                    <a:pt x="82601" y="285203"/>
                    <a:pt x="101651" y="257263"/>
                    <a:pt x="120701" y="235673"/>
                  </a:cubicBezTo>
                  <a:cubicBezTo>
                    <a:pt x="137211" y="216623"/>
                    <a:pt x="158801" y="202653"/>
                    <a:pt x="182931" y="189953"/>
                  </a:cubicBezTo>
                  <a:cubicBezTo>
                    <a:pt x="210871" y="174713"/>
                    <a:pt x="245161" y="160743"/>
                    <a:pt x="278181" y="153123"/>
                  </a:cubicBezTo>
                  <a:cubicBezTo>
                    <a:pt x="311201" y="145503"/>
                    <a:pt x="351841" y="142963"/>
                    <a:pt x="383591" y="146773"/>
                  </a:cubicBezTo>
                  <a:cubicBezTo>
                    <a:pt x="412801" y="150583"/>
                    <a:pt x="436931" y="156933"/>
                    <a:pt x="462331" y="173443"/>
                  </a:cubicBezTo>
                  <a:cubicBezTo>
                    <a:pt x="492811" y="192493"/>
                    <a:pt x="534721" y="226783"/>
                    <a:pt x="552501" y="264883"/>
                  </a:cubicBezTo>
                  <a:cubicBezTo>
                    <a:pt x="570281" y="304253"/>
                    <a:pt x="576631" y="363943"/>
                    <a:pt x="565201" y="405853"/>
                  </a:cubicBezTo>
                  <a:cubicBezTo>
                    <a:pt x="552501" y="447763"/>
                    <a:pt x="515671" y="493483"/>
                    <a:pt x="483921" y="517613"/>
                  </a:cubicBezTo>
                  <a:cubicBezTo>
                    <a:pt x="457251" y="537933"/>
                    <a:pt x="428041" y="545553"/>
                    <a:pt x="395021" y="553173"/>
                  </a:cubicBezTo>
                  <a:cubicBezTo>
                    <a:pt x="355651" y="562063"/>
                    <a:pt x="303581" y="564603"/>
                    <a:pt x="262941" y="559523"/>
                  </a:cubicBezTo>
                  <a:cubicBezTo>
                    <a:pt x="226111" y="554443"/>
                    <a:pt x="194361" y="541743"/>
                    <a:pt x="163881" y="525233"/>
                  </a:cubicBezTo>
                  <a:cubicBezTo>
                    <a:pt x="132131" y="508723"/>
                    <a:pt x="96571" y="483323"/>
                    <a:pt x="76251" y="457923"/>
                  </a:cubicBezTo>
                  <a:cubicBezTo>
                    <a:pt x="58471" y="436333"/>
                    <a:pt x="48311" y="413473"/>
                    <a:pt x="43231" y="384263"/>
                  </a:cubicBezTo>
                  <a:cubicBezTo>
                    <a:pt x="38151" y="347433"/>
                    <a:pt x="41961" y="287743"/>
                    <a:pt x="61011" y="248373"/>
                  </a:cubicBezTo>
                  <a:cubicBezTo>
                    <a:pt x="80061" y="210273"/>
                    <a:pt x="121971" y="177253"/>
                    <a:pt x="154991" y="153123"/>
                  </a:cubicBezTo>
                  <a:cubicBezTo>
                    <a:pt x="185471" y="132803"/>
                    <a:pt x="213411" y="123913"/>
                    <a:pt x="250241" y="111213"/>
                  </a:cubicBezTo>
                  <a:cubicBezTo>
                    <a:pt x="295961" y="95973"/>
                    <a:pt x="362001" y="76923"/>
                    <a:pt x="410261" y="73113"/>
                  </a:cubicBezTo>
                  <a:cubicBezTo>
                    <a:pt x="449631" y="68033"/>
                    <a:pt x="485191" y="66763"/>
                    <a:pt x="518211" y="76923"/>
                  </a:cubicBezTo>
                  <a:cubicBezTo>
                    <a:pt x="549961" y="87083"/>
                    <a:pt x="585521" y="108673"/>
                    <a:pt x="605841" y="134073"/>
                  </a:cubicBezTo>
                  <a:cubicBezTo>
                    <a:pt x="624891" y="160743"/>
                    <a:pt x="635051" y="198843"/>
                    <a:pt x="637591" y="230593"/>
                  </a:cubicBezTo>
                  <a:cubicBezTo>
                    <a:pt x="638861" y="262343"/>
                    <a:pt x="632511" y="290283"/>
                    <a:pt x="618541" y="325843"/>
                  </a:cubicBezTo>
                  <a:cubicBezTo>
                    <a:pt x="598221" y="379183"/>
                    <a:pt x="542341" y="465543"/>
                    <a:pt x="506781" y="512533"/>
                  </a:cubicBezTo>
                  <a:cubicBezTo>
                    <a:pt x="482651" y="543013"/>
                    <a:pt x="467411" y="563333"/>
                    <a:pt x="438201" y="583653"/>
                  </a:cubicBezTo>
                  <a:cubicBezTo>
                    <a:pt x="401371" y="610323"/>
                    <a:pt x="336601" y="644613"/>
                    <a:pt x="294691" y="647153"/>
                  </a:cubicBezTo>
                  <a:cubicBezTo>
                    <a:pt x="264211" y="649693"/>
                    <a:pt x="241351" y="638263"/>
                    <a:pt x="213411" y="626833"/>
                  </a:cubicBezTo>
                  <a:cubicBezTo>
                    <a:pt x="181661" y="614133"/>
                    <a:pt x="142291" y="596353"/>
                    <a:pt x="114351" y="572223"/>
                  </a:cubicBezTo>
                  <a:cubicBezTo>
                    <a:pt x="87681" y="548093"/>
                    <a:pt x="54661" y="516343"/>
                    <a:pt x="49581" y="480783"/>
                  </a:cubicBezTo>
                  <a:cubicBezTo>
                    <a:pt x="43231" y="441413"/>
                    <a:pt x="64821" y="382993"/>
                    <a:pt x="92761" y="347433"/>
                  </a:cubicBezTo>
                  <a:cubicBezTo>
                    <a:pt x="124511" y="306793"/>
                    <a:pt x="194361" y="278853"/>
                    <a:pt x="238811" y="258533"/>
                  </a:cubicBezTo>
                  <a:cubicBezTo>
                    <a:pt x="274371" y="243293"/>
                    <a:pt x="292151" y="238213"/>
                    <a:pt x="336601" y="228053"/>
                  </a:cubicBezTo>
                  <a:cubicBezTo>
                    <a:pt x="429311" y="209003"/>
                    <a:pt x="702361" y="172173"/>
                    <a:pt x="773481" y="173443"/>
                  </a:cubicBezTo>
                  <a:cubicBezTo>
                    <a:pt x="797611" y="174713"/>
                    <a:pt x="807771" y="173443"/>
                    <a:pt x="821741" y="182333"/>
                  </a:cubicBezTo>
                  <a:cubicBezTo>
                    <a:pt x="836981" y="193763"/>
                    <a:pt x="856031" y="222973"/>
                    <a:pt x="859841" y="242023"/>
                  </a:cubicBezTo>
                  <a:cubicBezTo>
                    <a:pt x="862381" y="257263"/>
                    <a:pt x="858571" y="276313"/>
                    <a:pt x="848411" y="289013"/>
                  </a:cubicBezTo>
                  <a:cubicBezTo>
                    <a:pt x="836981" y="304253"/>
                    <a:pt x="807771" y="323303"/>
                    <a:pt x="787451" y="323303"/>
                  </a:cubicBezTo>
                  <a:cubicBezTo>
                    <a:pt x="765861" y="324573"/>
                    <a:pt x="735381" y="309333"/>
                    <a:pt x="723951" y="292823"/>
                  </a:cubicBezTo>
                  <a:cubicBezTo>
                    <a:pt x="711251" y="276313"/>
                    <a:pt x="706171" y="242023"/>
                    <a:pt x="713791" y="222973"/>
                  </a:cubicBezTo>
                  <a:cubicBezTo>
                    <a:pt x="720141" y="202653"/>
                    <a:pt x="746811" y="181063"/>
                    <a:pt x="765861" y="174713"/>
                  </a:cubicBezTo>
                  <a:cubicBezTo>
                    <a:pt x="781101" y="169633"/>
                    <a:pt x="800151" y="173443"/>
                    <a:pt x="814121" y="178523"/>
                  </a:cubicBezTo>
                  <a:cubicBezTo>
                    <a:pt x="828091" y="184873"/>
                    <a:pt x="843331" y="196303"/>
                    <a:pt x="849681" y="210273"/>
                  </a:cubicBezTo>
                  <a:cubicBezTo>
                    <a:pt x="858571" y="228053"/>
                    <a:pt x="859841" y="263613"/>
                    <a:pt x="852221" y="281393"/>
                  </a:cubicBezTo>
                  <a:cubicBezTo>
                    <a:pt x="845871" y="296633"/>
                    <a:pt x="838251" y="306793"/>
                    <a:pt x="817931" y="315683"/>
                  </a:cubicBezTo>
                  <a:cubicBezTo>
                    <a:pt x="767131" y="341083"/>
                    <a:pt x="591871" y="338543"/>
                    <a:pt x="499161" y="355053"/>
                  </a:cubicBezTo>
                  <a:cubicBezTo>
                    <a:pt x="425501" y="369023"/>
                    <a:pt x="353111" y="380453"/>
                    <a:pt x="306121" y="403313"/>
                  </a:cubicBezTo>
                  <a:cubicBezTo>
                    <a:pt x="273101" y="419823"/>
                    <a:pt x="228651" y="445223"/>
                    <a:pt x="229921" y="461733"/>
                  </a:cubicBezTo>
                  <a:cubicBezTo>
                    <a:pt x="231191" y="476973"/>
                    <a:pt x="274371" y="503643"/>
                    <a:pt x="295961" y="501103"/>
                  </a:cubicBezTo>
                  <a:cubicBezTo>
                    <a:pt x="321361" y="498563"/>
                    <a:pt x="353111" y="454113"/>
                    <a:pt x="373431" y="428713"/>
                  </a:cubicBezTo>
                  <a:cubicBezTo>
                    <a:pt x="391211" y="407123"/>
                    <a:pt x="405181" y="388073"/>
                    <a:pt x="415341" y="360133"/>
                  </a:cubicBezTo>
                  <a:cubicBezTo>
                    <a:pt x="428041" y="325843"/>
                    <a:pt x="449631" y="249643"/>
                    <a:pt x="431851" y="234403"/>
                  </a:cubicBezTo>
                  <a:cubicBezTo>
                    <a:pt x="415341" y="219163"/>
                    <a:pt x="353111" y="249643"/>
                    <a:pt x="316281" y="263613"/>
                  </a:cubicBezTo>
                  <a:cubicBezTo>
                    <a:pt x="278181" y="277583"/>
                    <a:pt x="208331" y="297903"/>
                    <a:pt x="204521" y="320763"/>
                  </a:cubicBezTo>
                  <a:cubicBezTo>
                    <a:pt x="200711" y="338543"/>
                    <a:pt x="235001" y="370293"/>
                    <a:pt x="257861" y="381723"/>
                  </a:cubicBezTo>
                  <a:cubicBezTo>
                    <a:pt x="280721" y="394423"/>
                    <a:pt x="320091" y="403313"/>
                    <a:pt x="341681" y="391883"/>
                  </a:cubicBezTo>
                  <a:cubicBezTo>
                    <a:pt x="362001" y="381723"/>
                    <a:pt x="392481" y="332193"/>
                    <a:pt x="383591" y="316953"/>
                  </a:cubicBezTo>
                  <a:cubicBezTo>
                    <a:pt x="372161" y="296633"/>
                    <a:pt x="219761" y="304253"/>
                    <a:pt x="215951" y="315683"/>
                  </a:cubicBezTo>
                  <a:cubicBezTo>
                    <a:pt x="213411" y="324573"/>
                    <a:pt x="264211" y="365213"/>
                    <a:pt x="290881" y="362673"/>
                  </a:cubicBezTo>
                  <a:cubicBezTo>
                    <a:pt x="325171" y="361403"/>
                    <a:pt x="360731" y="283933"/>
                    <a:pt x="400101" y="276313"/>
                  </a:cubicBezTo>
                  <a:cubicBezTo>
                    <a:pt x="436931" y="269963"/>
                    <a:pt x="481381" y="311873"/>
                    <a:pt x="519481" y="319493"/>
                  </a:cubicBezTo>
                  <a:cubicBezTo>
                    <a:pt x="551231" y="324573"/>
                    <a:pt x="586791" y="314413"/>
                    <a:pt x="609651" y="320763"/>
                  </a:cubicBezTo>
                  <a:cubicBezTo>
                    <a:pt x="623621" y="325843"/>
                    <a:pt x="632511" y="333463"/>
                    <a:pt x="641401" y="343623"/>
                  </a:cubicBezTo>
                  <a:cubicBezTo>
                    <a:pt x="651561" y="357593"/>
                    <a:pt x="662991" y="380453"/>
                    <a:pt x="662991" y="399503"/>
                  </a:cubicBezTo>
                  <a:cubicBezTo>
                    <a:pt x="662991" y="417283"/>
                    <a:pt x="654101" y="440143"/>
                    <a:pt x="641401" y="454113"/>
                  </a:cubicBezTo>
                  <a:cubicBezTo>
                    <a:pt x="628701" y="468083"/>
                    <a:pt x="617271" y="475703"/>
                    <a:pt x="589331" y="480783"/>
                  </a:cubicBezTo>
                  <a:cubicBezTo>
                    <a:pt x="510591" y="494753"/>
                    <a:pt x="151181" y="475703"/>
                    <a:pt x="101651" y="414743"/>
                  </a:cubicBezTo>
                  <a:cubicBezTo>
                    <a:pt x="77521" y="384263"/>
                    <a:pt x="91491" y="310603"/>
                    <a:pt x="111811" y="295363"/>
                  </a:cubicBezTo>
                  <a:cubicBezTo>
                    <a:pt x="130861" y="282663"/>
                    <a:pt x="181661" y="320763"/>
                    <a:pt x="215951" y="323303"/>
                  </a:cubicBezTo>
                  <a:cubicBezTo>
                    <a:pt x="250241" y="325843"/>
                    <a:pt x="303581" y="332193"/>
                    <a:pt x="317551" y="314413"/>
                  </a:cubicBezTo>
                  <a:cubicBezTo>
                    <a:pt x="330251" y="297903"/>
                    <a:pt x="295961" y="253453"/>
                    <a:pt x="308661" y="229323"/>
                  </a:cubicBezTo>
                  <a:cubicBezTo>
                    <a:pt x="325171" y="200113"/>
                    <a:pt x="387401" y="193763"/>
                    <a:pt x="431851" y="163283"/>
                  </a:cubicBezTo>
                  <a:cubicBezTo>
                    <a:pt x="490271" y="123913"/>
                    <a:pt x="577901" y="18503"/>
                    <a:pt x="624891" y="3263"/>
                  </a:cubicBezTo>
                  <a:cubicBezTo>
                    <a:pt x="646481" y="-3087"/>
                    <a:pt x="664261" y="723"/>
                    <a:pt x="679501" y="7073"/>
                  </a:cubicBezTo>
                  <a:cubicBezTo>
                    <a:pt x="690931" y="10883"/>
                    <a:pt x="701091" y="18503"/>
                    <a:pt x="708711" y="29933"/>
                  </a:cubicBezTo>
                  <a:cubicBezTo>
                    <a:pt x="717601" y="42633"/>
                    <a:pt x="726491" y="65493"/>
                    <a:pt x="725221" y="82003"/>
                  </a:cubicBezTo>
                  <a:cubicBezTo>
                    <a:pt x="723951" y="98513"/>
                    <a:pt x="702361" y="131533"/>
                    <a:pt x="702361" y="131533"/>
                  </a:cubicBezTo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189345" y="6214110"/>
            <a:ext cx="1501140" cy="491490"/>
            <a:chOff x="0" y="0"/>
            <a:chExt cx="2001520" cy="655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0639" y="49281"/>
              <a:ext cx="1901015" cy="557638"/>
            </a:xfrm>
            <a:custGeom>
              <a:avLst/>
              <a:gdLst/>
              <a:ahLst/>
              <a:cxnLst/>
              <a:rect r="r" b="b" t="t" l="l"/>
              <a:pathLst>
                <a:path h="557638" w="1901015">
                  <a:moveTo>
                    <a:pt x="185581" y="101849"/>
                  </a:moveTo>
                  <a:cubicBezTo>
                    <a:pt x="158911" y="265679"/>
                    <a:pt x="165261" y="289809"/>
                    <a:pt x="184311" y="311399"/>
                  </a:cubicBezTo>
                  <a:cubicBezTo>
                    <a:pt x="213521" y="343149"/>
                    <a:pt x="274481" y="381249"/>
                    <a:pt x="337981" y="386329"/>
                  </a:cubicBezTo>
                  <a:cubicBezTo>
                    <a:pt x="434501" y="392679"/>
                    <a:pt x="590711" y="293619"/>
                    <a:pt x="707551" y="268219"/>
                  </a:cubicBezTo>
                  <a:cubicBezTo>
                    <a:pt x="809151" y="247899"/>
                    <a:pt x="894241" y="254249"/>
                    <a:pt x="998381" y="239009"/>
                  </a:cubicBezTo>
                  <a:cubicBezTo>
                    <a:pt x="1120301" y="221229"/>
                    <a:pt x="1295561" y="176779"/>
                    <a:pt x="1393351" y="164079"/>
                  </a:cubicBezTo>
                  <a:cubicBezTo>
                    <a:pt x="1450501" y="156459"/>
                    <a:pt x="1484791" y="155189"/>
                    <a:pt x="1530511" y="155189"/>
                  </a:cubicBezTo>
                  <a:cubicBezTo>
                    <a:pt x="1576231" y="153919"/>
                    <a:pt x="1627031" y="155189"/>
                    <a:pt x="1666401" y="164079"/>
                  </a:cubicBezTo>
                  <a:cubicBezTo>
                    <a:pt x="1696881" y="169159"/>
                    <a:pt x="1717201" y="178049"/>
                    <a:pt x="1747681" y="190749"/>
                  </a:cubicBezTo>
                  <a:cubicBezTo>
                    <a:pt x="1787051" y="208529"/>
                    <a:pt x="1859441" y="235199"/>
                    <a:pt x="1882301" y="265679"/>
                  </a:cubicBezTo>
                  <a:cubicBezTo>
                    <a:pt x="1897541" y="287269"/>
                    <a:pt x="1903891" y="317749"/>
                    <a:pt x="1897541" y="338069"/>
                  </a:cubicBezTo>
                  <a:cubicBezTo>
                    <a:pt x="1892461" y="359659"/>
                    <a:pt x="1865791" y="383789"/>
                    <a:pt x="1846741" y="392679"/>
                  </a:cubicBezTo>
                  <a:cubicBezTo>
                    <a:pt x="1830231" y="399029"/>
                    <a:pt x="1811181" y="397759"/>
                    <a:pt x="1795941" y="392679"/>
                  </a:cubicBezTo>
                  <a:cubicBezTo>
                    <a:pt x="1780701" y="386329"/>
                    <a:pt x="1764191" y="376169"/>
                    <a:pt x="1755301" y="360929"/>
                  </a:cubicBezTo>
                  <a:cubicBezTo>
                    <a:pt x="1745141" y="343149"/>
                    <a:pt x="1738791" y="307589"/>
                    <a:pt x="1747681" y="287269"/>
                  </a:cubicBezTo>
                  <a:cubicBezTo>
                    <a:pt x="1755301" y="266949"/>
                    <a:pt x="1783241" y="244089"/>
                    <a:pt x="1804831" y="239009"/>
                  </a:cubicBezTo>
                  <a:cubicBezTo>
                    <a:pt x="1826421" y="233929"/>
                    <a:pt x="1860711" y="246629"/>
                    <a:pt x="1875951" y="259329"/>
                  </a:cubicBezTo>
                  <a:cubicBezTo>
                    <a:pt x="1889921" y="269489"/>
                    <a:pt x="1897541" y="288539"/>
                    <a:pt x="1900081" y="303779"/>
                  </a:cubicBezTo>
                  <a:cubicBezTo>
                    <a:pt x="1902621" y="320289"/>
                    <a:pt x="1900081" y="340609"/>
                    <a:pt x="1891191" y="354579"/>
                  </a:cubicBezTo>
                  <a:cubicBezTo>
                    <a:pt x="1879761" y="371089"/>
                    <a:pt x="1856901" y="392679"/>
                    <a:pt x="1830231" y="396489"/>
                  </a:cubicBezTo>
                  <a:cubicBezTo>
                    <a:pt x="1784511" y="400299"/>
                    <a:pt x="1709581" y="332989"/>
                    <a:pt x="1642271" y="319019"/>
                  </a:cubicBezTo>
                  <a:cubicBezTo>
                    <a:pt x="1573691" y="305049"/>
                    <a:pt x="1506381" y="310129"/>
                    <a:pt x="1421291" y="317749"/>
                  </a:cubicBezTo>
                  <a:cubicBezTo>
                    <a:pt x="1304451" y="330449"/>
                    <a:pt x="1135541" y="383789"/>
                    <a:pt x="1009811" y="404109"/>
                  </a:cubicBezTo>
                  <a:cubicBezTo>
                    <a:pt x="905671" y="421889"/>
                    <a:pt x="820581" y="418079"/>
                    <a:pt x="720251" y="439669"/>
                  </a:cubicBezTo>
                  <a:cubicBezTo>
                    <a:pt x="603411" y="465069"/>
                    <a:pt x="433231" y="545079"/>
                    <a:pt x="354491" y="555239"/>
                  </a:cubicBezTo>
                  <a:cubicBezTo>
                    <a:pt x="317661" y="560319"/>
                    <a:pt x="298611" y="556509"/>
                    <a:pt x="271941" y="551429"/>
                  </a:cubicBezTo>
                  <a:cubicBezTo>
                    <a:pt x="245271" y="545079"/>
                    <a:pt x="223681" y="537459"/>
                    <a:pt x="195741" y="520949"/>
                  </a:cubicBezTo>
                  <a:cubicBezTo>
                    <a:pt x="156371" y="496819"/>
                    <a:pt x="92871" y="451099"/>
                    <a:pt x="62391" y="410459"/>
                  </a:cubicBezTo>
                  <a:cubicBezTo>
                    <a:pt x="36991" y="378709"/>
                    <a:pt x="25561" y="343149"/>
                    <a:pt x="15401" y="307589"/>
                  </a:cubicBezTo>
                  <a:cubicBezTo>
                    <a:pt x="5241" y="272029"/>
                    <a:pt x="-1109" y="233929"/>
                    <a:pt x="161" y="200909"/>
                  </a:cubicBezTo>
                  <a:cubicBezTo>
                    <a:pt x="161" y="169159"/>
                    <a:pt x="7781" y="141219"/>
                    <a:pt x="16671" y="112009"/>
                  </a:cubicBezTo>
                  <a:cubicBezTo>
                    <a:pt x="25561" y="81529"/>
                    <a:pt x="40801" y="38349"/>
                    <a:pt x="56041" y="20569"/>
                  </a:cubicBezTo>
                  <a:cubicBezTo>
                    <a:pt x="66201" y="10409"/>
                    <a:pt x="76361" y="5329"/>
                    <a:pt x="89061" y="1519"/>
                  </a:cubicBezTo>
                  <a:cubicBezTo>
                    <a:pt x="104301" y="-1021"/>
                    <a:pt x="128431" y="-1021"/>
                    <a:pt x="143671" y="6599"/>
                  </a:cubicBezTo>
                  <a:cubicBezTo>
                    <a:pt x="160181" y="14219"/>
                    <a:pt x="175421" y="30729"/>
                    <a:pt x="183041" y="45969"/>
                  </a:cubicBezTo>
                  <a:cubicBezTo>
                    <a:pt x="189391" y="62479"/>
                    <a:pt x="185581" y="101849"/>
                    <a:pt x="185581" y="101849"/>
                  </a:cubicBezTo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406390" y="4889182"/>
            <a:ext cx="344805" cy="773430"/>
            <a:chOff x="0" y="0"/>
            <a:chExt cx="459740" cy="1031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0755" y="49530"/>
              <a:ext cx="362312" cy="933318"/>
            </a:xfrm>
            <a:custGeom>
              <a:avLst/>
              <a:gdLst/>
              <a:ahLst/>
              <a:cxnLst/>
              <a:rect r="r" b="b" t="t" l="l"/>
              <a:pathLst>
                <a:path h="933318" w="362312">
                  <a:moveTo>
                    <a:pt x="200705" y="246380"/>
                  </a:moveTo>
                  <a:cubicBezTo>
                    <a:pt x="279445" y="508000"/>
                    <a:pt x="281985" y="570230"/>
                    <a:pt x="297225" y="635000"/>
                  </a:cubicBezTo>
                  <a:cubicBezTo>
                    <a:pt x="312465" y="701040"/>
                    <a:pt x="355645" y="791210"/>
                    <a:pt x="354375" y="835660"/>
                  </a:cubicBezTo>
                  <a:cubicBezTo>
                    <a:pt x="353105" y="858520"/>
                    <a:pt x="345485" y="873760"/>
                    <a:pt x="336595" y="886460"/>
                  </a:cubicBezTo>
                  <a:cubicBezTo>
                    <a:pt x="328975" y="896620"/>
                    <a:pt x="318815" y="904240"/>
                    <a:pt x="306115" y="908050"/>
                  </a:cubicBezTo>
                  <a:cubicBezTo>
                    <a:pt x="288335" y="913130"/>
                    <a:pt x="252775" y="909320"/>
                    <a:pt x="236265" y="900430"/>
                  </a:cubicBezTo>
                  <a:cubicBezTo>
                    <a:pt x="223565" y="895350"/>
                    <a:pt x="217215" y="889000"/>
                    <a:pt x="210865" y="873760"/>
                  </a:cubicBezTo>
                  <a:cubicBezTo>
                    <a:pt x="193085" y="831850"/>
                    <a:pt x="207055" y="687070"/>
                    <a:pt x="196895" y="605790"/>
                  </a:cubicBezTo>
                  <a:cubicBezTo>
                    <a:pt x="189275" y="537210"/>
                    <a:pt x="156255" y="455930"/>
                    <a:pt x="162605" y="415290"/>
                  </a:cubicBezTo>
                  <a:cubicBezTo>
                    <a:pt x="167685" y="393700"/>
                    <a:pt x="177845" y="378460"/>
                    <a:pt x="190545" y="368300"/>
                  </a:cubicBezTo>
                  <a:cubicBezTo>
                    <a:pt x="204515" y="358140"/>
                    <a:pt x="227375" y="351790"/>
                    <a:pt x="242615" y="351790"/>
                  </a:cubicBezTo>
                  <a:cubicBezTo>
                    <a:pt x="255315" y="351790"/>
                    <a:pt x="268015" y="355600"/>
                    <a:pt x="278175" y="363220"/>
                  </a:cubicBezTo>
                  <a:cubicBezTo>
                    <a:pt x="290875" y="372110"/>
                    <a:pt x="308655" y="386080"/>
                    <a:pt x="312465" y="405130"/>
                  </a:cubicBezTo>
                  <a:cubicBezTo>
                    <a:pt x="317545" y="434340"/>
                    <a:pt x="298495" y="486410"/>
                    <a:pt x="276905" y="521970"/>
                  </a:cubicBezTo>
                  <a:cubicBezTo>
                    <a:pt x="255315" y="558800"/>
                    <a:pt x="213405" y="617220"/>
                    <a:pt x="180385" y="618490"/>
                  </a:cubicBezTo>
                  <a:cubicBezTo>
                    <a:pt x="149905" y="619760"/>
                    <a:pt x="111805" y="584200"/>
                    <a:pt x="88945" y="543560"/>
                  </a:cubicBezTo>
                  <a:cubicBezTo>
                    <a:pt x="50845" y="477520"/>
                    <a:pt x="59735" y="300990"/>
                    <a:pt x="40685" y="215900"/>
                  </a:cubicBezTo>
                  <a:cubicBezTo>
                    <a:pt x="27985" y="160020"/>
                    <a:pt x="45" y="110490"/>
                    <a:pt x="45" y="80010"/>
                  </a:cubicBezTo>
                  <a:cubicBezTo>
                    <a:pt x="45" y="63500"/>
                    <a:pt x="2585" y="53340"/>
                    <a:pt x="10205" y="41910"/>
                  </a:cubicBezTo>
                  <a:cubicBezTo>
                    <a:pt x="19095" y="27940"/>
                    <a:pt x="38145" y="10160"/>
                    <a:pt x="54655" y="5080"/>
                  </a:cubicBezTo>
                  <a:cubicBezTo>
                    <a:pt x="72435" y="-1270"/>
                    <a:pt x="96565" y="0"/>
                    <a:pt x="113075" y="6350"/>
                  </a:cubicBezTo>
                  <a:cubicBezTo>
                    <a:pt x="129585" y="13970"/>
                    <a:pt x="141015" y="21590"/>
                    <a:pt x="154985" y="46990"/>
                  </a:cubicBezTo>
                  <a:cubicBezTo>
                    <a:pt x="203245" y="129540"/>
                    <a:pt x="298495" y="589280"/>
                    <a:pt x="304845" y="688340"/>
                  </a:cubicBezTo>
                  <a:cubicBezTo>
                    <a:pt x="307385" y="717550"/>
                    <a:pt x="308655" y="730250"/>
                    <a:pt x="299765" y="745490"/>
                  </a:cubicBezTo>
                  <a:cubicBezTo>
                    <a:pt x="292145" y="762000"/>
                    <a:pt x="275635" y="778510"/>
                    <a:pt x="257855" y="786130"/>
                  </a:cubicBezTo>
                  <a:cubicBezTo>
                    <a:pt x="241345" y="792480"/>
                    <a:pt x="217215" y="793750"/>
                    <a:pt x="200705" y="787400"/>
                  </a:cubicBezTo>
                  <a:cubicBezTo>
                    <a:pt x="182925" y="782320"/>
                    <a:pt x="168955" y="772160"/>
                    <a:pt x="156255" y="750570"/>
                  </a:cubicBezTo>
                  <a:cubicBezTo>
                    <a:pt x="127045" y="706120"/>
                    <a:pt x="102915" y="567690"/>
                    <a:pt x="91485" y="500380"/>
                  </a:cubicBezTo>
                  <a:cubicBezTo>
                    <a:pt x="83865" y="458470"/>
                    <a:pt x="76245" y="422910"/>
                    <a:pt x="80055" y="393700"/>
                  </a:cubicBezTo>
                  <a:cubicBezTo>
                    <a:pt x="82595" y="370840"/>
                    <a:pt x="86405" y="351790"/>
                    <a:pt x="99105" y="337820"/>
                  </a:cubicBezTo>
                  <a:cubicBezTo>
                    <a:pt x="110535" y="323850"/>
                    <a:pt x="133395" y="312420"/>
                    <a:pt x="149905" y="308610"/>
                  </a:cubicBezTo>
                  <a:cubicBezTo>
                    <a:pt x="162605" y="304800"/>
                    <a:pt x="175305" y="304800"/>
                    <a:pt x="189275" y="311150"/>
                  </a:cubicBezTo>
                  <a:cubicBezTo>
                    <a:pt x="207055" y="320040"/>
                    <a:pt x="232455" y="340360"/>
                    <a:pt x="242615" y="367030"/>
                  </a:cubicBezTo>
                  <a:cubicBezTo>
                    <a:pt x="257855" y="411480"/>
                    <a:pt x="222295" y="495300"/>
                    <a:pt x="228645" y="566420"/>
                  </a:cubicBezTo>
                  <a:cubicBezTo>
                    <a:pt x="234995" y="654050"/>
                    <a:pt x="298495" y="797560"/>
                    <a:pt x="294685" y="853440"/>
                  </a:cubicBezTo>
                  <a:cubicBezTo>
                    <a:pt x="293415" y="876300"/>
                    <a:pt x="287065" y="889000"/>
                    <a:pt x="276905" y="901700"/>
                  </a:cubicBezTo>
                  <a:cubicBezTo>
                    <a:pt x="266745" y="914400"/>
                    <a:pt x="250235" y="925830"/>
                    <a:pt x="233725" y="930910"/>
                  </a:cubicBezTo>
                  <a:cubicBezTo>
                    <a:pt x="218485" y="934720"/>
                    <a:pt x="196895" y="933450"/>
                    <a:pt x="181655" y="927100"/>
                  </a:cubicBezTo>
                  <a:cubicBezTo>
                    <a:pt x="166415" y="920750"/>
                    <a:pt x="151175" y="906780"/>
                    <a:pt x="143555" y="891540"/>
                  </a:cubicBezTo>
                  <a:cubicBezTo>
                    <a:pt x="134665" y="877570"/>
                    <a:pt x="129585" y="858520"/>
                    <a:pt x="133395" y="840740"/>
                  </a:cubicBezTo>
                  <a:cubicBezTo>
                    <a:pt x="137205" y="820420"/>
                    <a:pt x="156255" y="788670"/>
                    <a:pt x="176575" y="778510"/>
                  </a:cubicBezTo>
                  <a:cubicBezTo>
                    <a:pt x="196895" y="768350"/>
                    <a:pt x="233725" y="769620"/>
                    <a:pt x="252775" y="779780"/>
                  </a:cubicBezTo>
                  <a:cubicBezTo>
                    <a:pt x="273095" y="791210"/>
                    <a:pt x="290875" y="822960"/>
                    <a:pt x="294685" y="844550"/>
                  </a:cubicBezTo>
                  <a:cubicBezTo>
                    <a:pt x="297225" y="861060"/>
                    <a:pt x="290875" y="881380"/>
                    <a:pt x="281985" y="895350"/>
                  </a:cubicBezTo>
                  <a:cubicBezTo>
                    <a:pt x="274365" y="909320"/>
                    <a:pt x="257855" y="922020"/>
                    <a:pt x="242615" y="927100"/>
                  </a:cubicBezTo>
                  <a:cubicBezTo>
                    <a:pt x="227375" y="933450"/>
                    <a:pt x="207055" y="935990"/>
                    <a:pt x="190545" y="929640"/>
                  </a:cubicBezTo>
                  <a:cubicBezTo>
                    <a:pt x="170225" y="922020"/>
                    <a:pt x="151175" y="900430"/>
                    <a:pt x="135935" y="876300"/>
                  </a:cubicBezTo>
                  <a:cubicBezTo>
                    <a:pt x="115615" y="842010"/>
                    <a:pt x="102915" y="789940"/>
                    <a:pt x="90215" y="736600"/>
                  </a:cubicBezTo>
                  <a:cubicBezTo>
                    <a:pt x="76245" y="669290"/>
                    <a:pt x="59735" y="572770"/>
                    <a:pt x="63545" y="501650"/>
                  </a:cubicBezTo>
                  <a:cubicBezTo>
                    <a:pt x="66085" y="441960"/>
                    <a:pt x="72435" y="368300"/>
                    <a:pt x="99105" y="337820"/>
                  </a:cubicBezTo>
                  <a:cubicBezTo>
                    <a:pt x="115615" y="316230"/>
                    <a:pt x="146095" y="306070"/>
                    <a:pt x="168955" y="307340"/>
                  </a:cubicBezTo>
                  <a:cubicBezTo>
                    <a:pt x="191815" y="309880"/>
                    <a:pt x="218485" y="323850"/>
                    <a:pt x="233725" y="349250"/>
                  </a:cubicBezTo>
                  <a:cubicBezTo>
                    <a:pt x="261665" y="389890"/>
                    <a:pt x="255315" y="502920"/>
                    <a:pt x="269285" y="563880"/>
                  </a:cubicBezTo>
                  <a:cubicBezTo>
                    <a:pt x="280715" y="612140"/>
                    <a:pt x="302305" y="654050"/>
                    <a:pt x="304845" y="688340"/>
                  </a:cubicBezTo>
                  <a:cubicBezTo>
                    <a:pt x="307385" y="711200"/>
                    <a:pt x="308655" y="730250"/>
                    <a:pt x="299765" y="745490"/>
                  </a:cubicBezTo>
                  <a:cubicBezTo>
                    <a:pt x="292145" y="762000"/>
                    <a:pt x="275635" y="778510"/>
                    <a:pt x="257855" y="786130"/>
                  </a:cubicBezTo>
                  <a:cubicBezTo>
                    <a:pt x="241345" y="792480"/>
                    <a:pt x="217215" y="793750"/>
                    <a:pt x="200705" y="787400"/>
                  </a:cubicBezTo>
                  <a:cubicBezTo>
                    <a:pt x="182925" y="782320"/>
                    <a:pt x="170225" y="774700"/>
                    <a:pt x="156255" y="750570"/>
                  </a:cubicBezTo>
                  <a:cubicBezTo>
                    <a:pt x="104185" y="668020"/>
                    <a:pt x="-2495" y="165100"/>
                    <a:pt x="45" y="80010"/>
                  </a:cubicBezTo>
                  <a:cubicBezTo>
                    <a:pt x="45" y="59690"/>
                    <a:pt x="2585" y="53340"/>
                    <a:pt x="10205" y="41910"/>
                  </a:cubicBezTo>
                  <a:cubicBezTo>
                    <a:pt x="19095" y="27940"/>
                    <a:pt x="39415" y="11430"/>
                    <a:pt x="54655" y="5080"/>
                  </a:cubicBezTo>
                  <a:cubicBezTo>
                    <a:pt x="67355" y="0"/>
                    <a:pt x="81325" y="-1270"/>
                    <a:pt x="94025" y="1270"/>
                  </a:cubicBezTo>
                  <a:cubicBezTo>
                    <a:pt x="110535" y="5080"/>
                    <a:pt x="129585" y="12700"/>
                    <a:pt x="144825" y="30480"/>
                  </a:cubicBezTo>
                  <a:cubicBezTo>
                    <a:pt x="167685" y="57150"/>
                    <a:pt x="182925" y="111760"/>
                    <a:pt x="195625" y="170180"/>
                  </a:cubicBezTo>
                  <a:cubicBezTo>
                    <a:pt x="214675" y="255270"/>
                    <a:pt x="245155" y="492760"/>
                    <a:pt x="222295" y="501650"/>
                  </a:cubicBezTo>
                  <a:cubicBezTo>
                    <a:pt x="210865" y="506730"/>
                    <a:pt x="166415" y="455930"/>
                    <a:pt x="162605" y="433070"/>
                  </a:cubicBezTo>
                  <a:cubicBezTo>
                    <a:pt x="158795" y="416560"/>
                    <a:pt x="167685" y="394970"/>
                    <a:pt x="177845" y="381000"/>
                  </a:cubicBezTo>
                  <a:cubicBezTo>
                    <a:pt x="188005" y="368300"/>
                    <a:pt x="208325" y="356870"/>
                    <a:pt x="224835" y="353060"/>
                  </a:cubicBezTo>
                  <a:cubicBezTo>
                    <a:pt x="241345" y="350520"/>
                    <a:pt x="264205" y="354330"/>
                    <a:pt x="278175" y="363220"/>
                  </a:cubicBezTo>
                  <a:cubicBezTo>
                    <a:pt x="292145" y="370840"/>
                    <a:pt x="302305" y="383540"/>
                    <a:pt x="312465" y="405130"/>
                  </a:cubicBezTo>
                  <a:cubicBezTo>
                    <a:pt x="335325" y="457200"/>
                    <a:pt x="353105" y="613410"/>
                    <a:pt x="358185" y="695960"/>
                  </a:cubicBezTo>
                  <a:cubicBezTo>
                    <a:pt x="361995" y="756920"/>
                    <a:pt x="367075" y="816610"/>
                    <a:pt x="353105" y="853440"/>
                  </a:cubicBezTo>
                  <a:cubicBezTo>
                    <a:pt x="342945" y="878840"/>
                    <a:pt x="326435" y="900430"/>
                    <a:pt x="306115" y="908050"/>
                  </a:cubicBezTo>
                  <a:cubicBezTo>
                    <a:pt x="287065" y="915670"/>
                    <a:pt x="255315" y="913130"/>
                    <a:pt x="236265" y="900430"/>
                  </a:cubicBezTo>
                  <a:cubicBezTo>
                    <a:pt x="213405" y="885190"/>
                    <a:pt x="201975" y="852170"/>
                    <a:pt x="186735" y="811530"/>
                  </a:cubicBezTo>
                  <a:cubicBezTo>
                    <a:pt x="160065" y="739140"/>
                    <a:pt x="149905" y="586740"/>
                    <a:pt x="124505" y="490220"/>
                  </a:cubicBezTo>
                  <a:cubicBezTo>
                    <a:pt x="102915" y="411480"/>
                    <a:pt x="53385" y="322580"/>
                    <a:pt x="52115" y="275590"/>
                  </a:cubicBezTo>
                  <a:cubicBezTo>
                    <a:pt x="52115" y="252730"/>
                    <a:pt x="57195" y="237490"/>
                    <a:pt x="67355" y="224790"/>
                  </a:cubicBezTo>
                  <a:cubicBezTo>
                    <a:pt x="77515" y="210820"/>
                    <a:pt x="96565" y="199390"/>
                    <a:pt x="113075" y="195580"/>
                  </a:cubicBezTo>
                  <a:cubicBezTo>
                    <a:pt x="129585" y="191770"/>
                    <a:pt x="151175" y="195580"/>
                    <a:pt x="166415" y="204470"/>
                  </a:cubicBezTo>
                  <a:cubicBezTo>
                    <a:pt x="180385" y="212090"/>
                    <a:pt x="200705" y="246380"/>
                    <a:pt x="200705" y="246380"/>
                  </a:cubicBezTo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076122" y="4643438"/>
            <a:ext cx="625793" cy="520065"/>
            <a:chOff x="0" y="0"/>
            <a:chExt cx="834390" cy="6934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0" y="49588"/>
              <a:ext cx="735820" cy="591883"/>
            </a:xfrm>
            <a:custGeom>
              <a:avLst/>
              <a:gdLst/>
              <a:ahLst/>
              <a:cxnLst/>
              <a:rect r="r" b="b" t="t" l="l"/>
              <a:pathLst>
                <a:path h="591883" w="735820">
                  <a:moveTo>
                    <a:pt x="0" y="441902"/>
                  </a:moveTo>
                  <a:cubicBezTo>
                    <a:pt x="0" y="441902"/>
                    <a:pt x="1270" y="435552"/>
                    <a:pt x="2540" y="433012"/>
                  </a:cubicBezTo>
                  <a:cubicBezTo>
                    <a:pt x="3810" y="429202"/>
                    <a:pt x="5080" y="422852"/>
                    <a:pt x="5080" y="422852"/>
                  </a:cubicBezTo>
                  <a:cubicBezTo>
                    <a:pt x="5080" y="422852"/>
                    <a:pt x="7620" y="417772"/>
                    <a:pt x="8890" y="413962"/>
                  </a:cubicBezTo>
                  <a:cubicBezTo>
                    <a:pt x="10160" y="411422"/>
                    <a:pt x="13970" y="405072"/>
                    <a:pt x="13970" y="405072"/>
                  </a:cubicBezTo>
                  <a:cubicBezTo>
                    <a:pt x="13970" y="405072"/>
                    <a:pt x="17780" y="399992"/>
                    <a:pt x="20320" y="397452"/>
                  </a:cubicBezTo>
                  <a:cubicBezTo>
                    <a:pt x="21590" y="396182"/>
                    <a:pt x="26670" y="391102"/>
                    <a:pt x="26670" y="391102"/>
                  </a:cubicBezTo>
                  <a:cubicBezTo>
                    <a:pt x="26670" y="391102"/>
                    <a:pt x="31750" y="387292"/>
                    <a:pt x="34290" y="384752"/>
                  </a:cubicBezTo>
                  <a:cubicBezTo>
                    <a:pt x="36830" y="383482"/>
                    <a:pt x="41910" y="379672"/>
                    <a:pt x="41910" y="379672"/>
                  </a:cubicBezTo>
                  <a:cubicBezTo>
                    <a:pt x="41910" y="378402"/>
                    <a:pt x="48260" y="377132"/>
                    <a:pt x="50800" y="375862"/>
                  </a:cubicBezTo>
                  <a:cubicBezTo>
                    <a:pt x="54610" y="374592"/>
                    <a:pt x="60960" y="372052"/>
                    <a:pt x="60960" y="372052"/>
                  </a:cubicBezTo>
                  <a:cubicBezTo>
                    <a:pt x="60960" y="372052"/>
                    <a:pt x="67310" y="370782"/>
                    <a:pt x="69850" y="370782"/>
                  </a:cubicBezTo>
                  <a:cubicBezTo>
                    <a:pt x="73660" y="369512"/>
                    <a:pt x="80010" y="369512"/>
                    <a:pt x="80010" y="369512"/>
                  </a:cubicBezTo>
                  <a:cubicBezTo>
                    <a:pt x="80010" y="369512"/>
                    <a:pt x="120650" y="366972"/>
                    <a:pt x="124460" y="359352"/>
                  </a:cubicBezTo>
                  <a:cubicBezTo>
                    <a:pt x="128270" y="353002"/>
                    <a:pt x="116840" y="344112"/>
                    <a:pt x="116840" y="335222"/>
                  </a:cubicBezTo>
                  <a:cubicBezTo>
                    <a:pt x="118110" y="322522"/>
                    <a:pt x="130810" y="304742"/>
                    <a:pt x="132080" y="293312"/>
                  </a:cubicBezTo>
                  <a:cubicBezTo>
                    <a:pt x="132080" y="284422"/>
                    <a:pt x="125730" y="276802"/>
                    <a:pt x="127000" y="267912"/>
                  </a:cubicBezTo>
                  <a:cubicBezTo>
                    <a:pt x="129540" y="257752"/>
                    <a:pt x="144780" y="247592"/>
                    <a:pt x="151130" y="236162"/>
                  </a:cubicBezTo>
                  <a:cubicBezTo>
                    <a:pt x="158750" y="220922"/>
                    <a:pt x="157480" y="203142"/>
                    <a:pt x="167640" y="186632"/>
                  </a:cubicBezTo>
                  <a:cubicBezTo>
                    <a:pt x="181610" y="163772"/>
                    <a:pt x="207010" y="140912"/>
                    <a:pt x="233680" y="118052"/>
                  </a:cubicBezTo>
                  <a:cubicBezTo>
                    <a:pt x="267970" y="87572"/>
                    <a:pt x="316230" y="44392"/>
                    <a:pt x="361950" y="25342"/>
                  </a:cubicBezTo>
                  <a:cubicBezTo>
                    <a:pt x="402590" y="7562"/>
                    <a:pt x="452120" y="-3868"/>
                    <a:pt x="491490" y="1212"/>
                  </a:cubicBezTo>
                  <a:cubicBezTo>
                    <a:pt x="527050" y="6292"/>
                    <a:pt x="568960" y="30422"/>
                    <a:pt x="590550" y="52012"/>
                  </a:cubicBezTo>
                  <a:cubicBezTo>
                    <a:pt x="605790" y="67252"/>
                    <a:pt x="609600" y="101542"/>
                    <a:pt x="617220" y="105352"/>
                  </a:cubicBezTo>
                  <a:cubicBezTo>
                    <a:pt x="619760" y="106622"/>
                    <a:pt x="621030" y="104082"/>
                    <a:pt x="623570" y="104082"/>
                  </a:cubicBezTo>
                  <a:cubicBezTo>
                    <a:pt x="626110" y="104082"/>
                    <a:pt x="632460" y="102812"/>
                    <a:pt x="633730" y="102812"/>
                  </a:cubicBezTo>
                  <a:cubicBezTo>
                    <a:pt x="633730" y="102812"/>
                    <a:pt x="640080" y="102812"/>
                    <a:pt x="642620" y="104082"/>
                  </a:cubicBezTo>
                  <a:cubicBezTo>
                    <a:pt x="646430" y="104082"/>
                    <a:pt x="652780" y="104082"/>
                    <a:pt x="652780" y="104082"/>
                  </a:cubicBezTo>
                  <a:cubicBezTo>
                    <a:pt x="652780" y="104082"/>
                    <a:pt x="659130" y="106622"/>
                    <a:pt x="661670" y="107892"/>
                  </a:cubicBezTo>
                  <a:cubicBezTo>
                    <a:pt x="664210" y="109162"/>
                    <a:pt x="670560" y="111702"/>
                    <a:pt x="670560" y="111702"/>
                  </a:cubicBezTo>
                  <a:cubicBezTo>
                    <a:pt x="670560" y="111702"/>
                    <a:pt x="675640" y="114242"/>
                    <a:pt x="678180" y="116782"/>
                  </a:cubicBezTo>
                  <a:cubicBezTo>
                    <a:pt x="681990" y="118052"/>
                    <a:pt x="687070" y="121862"/>
                    <a:pt x="687070" y="121862"/>
                  </a:cubicBezTo>
                  <a:cubicBezTo>
                    <a:pt x="687070" y="121862"/>
                    <a:pt x="692150" y="128212"/>
                    <a:pt x="693420" y="129482"/>
                  </a:cubicBezTo>
                  <a:cubicBezTo>
                    <a:pt x="693420" y="129482"/>
                    <a:pt x="694690" y="129482"/>
                    <a:pt x="694690" y="129482"/>
                  </a:cubicBezTo>
                  <a:cubicBezTo>
                    <a:pt x="694690" y="129482"/>
                    <a:pt x="694690" y="129482"/>
                    <a:pt x="694690" y="130752"/>
                  </a:cubicBezTo>
                  <a:cubicBezTo>
                    <a:pt x="695960" y="130752"/>
                    <a:pt x="699770" y="135832"/>
                    <a:pt x="699770" y="135832"/>
                  </a:cubicBezTo>
                  <a:cubicBezTo>
                    <a:pt x="699770" y="135832"/>
                    <a:pt x="703580" y="142182"/>
                    <a:pt x="704850" y="144722"/>
                  </a:cubicBezTo>
                  <a:cubicBezTo>
                    <a:pt x="706120" y="147262"/>
                    <a:pt x="708660" y="152342"/>
                    <a:pt x="709930" y="153612"/>
                  </a:cubicBezTo>
                  <a:cubicBezTo>
                    <a:pt x="709930" y="153612"/>
                    <a:pt x="711200" y="158692"/>
                    <a:pt x="711200" y="162502"/>
                  </a:cubicBezTo>
                  <a:cubicBezTo>
                    <a:pt x="712470" y="165042"/>
                    <a:pt x="713740" y="171392"/>
                    <a:pt x="713740" y="171392"/>
                  </a:cubicBezTo>
                  <a:cubicBezTo>
                    <a:pt x="713740" y="171392"/>
                    <a:pt x="713740" y="173932"/>
                    <a:pt x="715010" y="176472"/>
                  </a:cubicBezTo>
                  <a:cubicBezTo>
                    <a:pt x="716280" y="184092"/>
                    <a:pt x="728980" y="203142"/>
                    <a:pt x="732790" y="219652"/>
                  </a:cubicBezTo>
                  <a:cubicBezTo>
                    <a:pt x="736600" y="242512"/>
                    <a:pt x="737870" y="276802"/>
                    <a:pt x="730250" y="302202"/>
                  </a:cubicBezTo>
                  <a:cubicBezTo>
                    <a:pt x="723900" y="327602"/>
                    <a:pt x="708660" y="353002"/>
                    <a:pt x="689610" y="370782"/>
                  </a:cubicBezTo>
                  <a:cubicBezTo>
                    <a:pt x="671830" y="389832"/>
                    <a:pt x="626110" y="398722"/>
                    <a:pt x="618490" y="413962"/>
                  </a:cubicBezTo>
                  <a:cubicBezTo>
                    <a:pt x="613410" y="422852"/>
                    <a:pt x="624840" y="431742"/>
                    <a:pt x="621030" y="441902"/>
                  </a:cubicBezTo>
                  <a:cubicBezTo>
                    <a:pt x="615950" y="462222"/>
                    <a:pt x="586740" y="502862"/>
                    <a:pt x="562610" y="519372"/>
                  </a:cubicBezTo>
                  <a:cubicBezTo>
                    <a:pt x="538480" y="534612"/>
                    <a:pt x="497840" y="528262"/>
                    <a:pt x="477520" y="539692"/>
                  </a:cubicBezTo>
                  <a:cubicBezTo>
                    <a:pt x="463550" y="548582"/>
                    <a:pt x="461010" y="563822"/>
                    <a:pt x="447040" y="571442"/>
                  </a:cubicBezTo>
                  <a:cubicBezTo>
                    <a:pt x="425450" y="584142"/>
                    <a:pt x="383540" y="593032"/>
                    <a:pt x="353060" y="591762"/>
                  </a:cubicBezTo>
                  <a:cubicBezTo>
                    <a:pt x="325120" y="591762"/>
                    <a:pt x="293370" y="581602"/>
                    <a:pt x="271780" y="568902"/>
                  </a:cubicBezTo>
                  <a:cubicBezTo>
                    <a:pt x="254000" y="558742"/>
                    <a:pt x="246380" y="534612"/>
                    <a:pt x="228600" y="529532"/>
                  </a:cubicBezTo>
                  <a:cubicBezTo>
                    <a:pt x="208280" y="523182"/>
                    <a:pt x="179070" y="538422"/>
                    <a:pt x="153670" y="539692"/>
                  </a:cubicBezTo>
                  <a:cubicBezTo>
                    <a:pt x="128270" y="539692"/>
                    <a:pt x="76200" y="537152"/>
                    <a:pt x="76200" y="534612"/>
                  </a:cubicBezTo>
                  <a:cubicBezTo>
                    <a:pt x="76200" y="534612"/>
                    <a:pt x="83820" y="533342"/>
                    <a:pt x="82550" y="532072"/>
                  </a:cubicBezTo>
                  <a:cubicBezTo>
                    <a:pt x="82550" y="532072"/>
                    <a:pt x="76200" y="532072"/>
                    <a:pt x="73660" y="530802"/>
                  </a:cubicBezTo>
                  <a:cubicBezTo>
                    <a:pt x="69850" y="530802"/>
                    <a:pt x="63500" y="530802"/>
                    <a:pt x="63500" y="530802"/>
                  </a:cubicBezTo>
                  <a:cubicBezTo>
                    <a:pt x="63500" y="530802"/>
                    <a:pt x="57150" y="528262"/>
                    <a:pt x="54610" y="526992"/>
                  </a:cubicBezTo>
                  <a:cubicBezTo>
                    <a:pt x="50800" y="525722"/>
                    <a:pt x="45720" y="523182"/>
                    <a:pt x="44450" y="523182"/>
                  </a:cubicBezTo>
                  <a:cubicBezTo>
                    <a:pt x="44450" y="523182"/>
                    <a:pt x="39370" y="520642"/>
                    <a:pt x="36830" y="518102"/>
                  </a:cubicBezTo>
                  <a:cubicBezTo>
                    <a:pt x="34290" y="516832"/>
                    <a:pt x="29210" y="513022"/>
                    <a:pt x="29210" y="513022"/>
                  </a:cubicBezTo>
                  <a:cubicBezTo>
                    <a:pt x="27940" y="513022"/>
                    <a:pt x="24130" y="507942"/>
                    <a:pt x="21590" y="505402"/>
                  </a:cubicBezTo>
                  <a:cubicBezTo>
                    <a:pt x="20320" y="502862"/>
                    <a:pt x="15240" y="499052"/>
                    <a:pt x="15240" y="497782"/>
                  </a:cubicBezTo>
                  <a:cubicBezTo>
                    <a:pt x="15240" y="497782"/>
                    <a:pt x="12700" y="492702"/>
                    <a:pt x="10160" y="490162"/>
                  </a:cubicBezTo>
                  <a:cubicBezTo>
                    <a:pt x="8890" y="486352"/>
                    <a:pt x="6350" y="481272"/>
                    <a:pt x="6350" y="481272"/>
                  </a:cubicBezTo>
                  <a:cubicBezTo>
                    <a:pt x="5080" y="481272"/>
                    <a:pt x="3810" y="474922"/>
                    <a:pt x="3810" y="471112"/>
                  </a:cubicBezTo>
                  <a:cubicBezTo>
                    <a:pt x="2540" y="468572"/>
                    <a:pt x="1270" y="462222"/>
                    <a:pt x="1270" y="462222"/>
                  </a:cubicBezTo>
                  <a:cubicBezTo>
                    <a:pt x="1270" y="462222"/>
                    <a:pt x="0" y="455872"/>
                    <a:pt x="0" y="452062"/>
                  </a:cubicBezTo>
                  <a:cubicBezTo>
                    <a:pt x="0" y="449522"/>
                    <a:pt x="0" y="441902"/>
                    <a:pt x="0" y="441902"/>
                  </a:cubicBezTo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473315" y="4518660"/>
            <a:ext cx="370522" cy="747712"/>
            <a:chOff x="0" y="0"/>
            <a:chExt cx="494030" cy="9969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0800" y="50800"/>
              <a:ext cx="392430" cy="895350"/>
            </a:xfrm>
            <a:custGeom>
              <a:avLst/>
              <a:gdLst/>
              <a:ahLst/>
              <a:cxnLst/>
              <a:rect r="r" b="b" t="t" l="l"/>
              <a:pathLst>
                <a:path h="895350" w="392430">
                  <a:moveTo>
                    <a:pt x="0" y="497840"/>
                  </a:moveTo>
                  <a:cubicBezTo>
                    <a:pt x="8890" y="378460"/>
                    <a:pt x="11430" y="334010"/>
                    <a:pt x="11430" y="334010"/>
                  </a:cubicBezTo>
                  <a:cubicBezTo>
                    <a:pt x="11430" y="332740"/>
                    <a:pt x="12700" y="327660"/>
                    <a:pt x="12700" y="323850"/>
                  </a:cubicBezTo>
                  <a:cubicBezTo>
                    <a:pt x="13970" y="321310"/>
                    <a:pt x="13970" y="314960"/>
                    <a:pt x="13970" y="314960"/>
                  </a:cubicBezTo>
                  <a:cubicBezTo>
                    <a:pt x="13970" y="313690"/>
                    <a:pt x="17780" y="308610"/>
                    <a:pt x="19050" y="306070"/>
                  </a:cubicBezTo>
                  <a:cubicBezTo>
                    <a:pt x="20320" y="302260"/>
                    <a:pt x="22860" y="297180"/>
                    <a:pt x="22860" y="297180"/>
                  </a:cubicBezTo>
                  <a:cubicBezTo>
                    <a:pt x="22860" y="297180"/>
                    <a:pt x="26670" y="292100"/>
                    <a:pt x="29210" y="289560"/>
                  </a:cubicBezTo>
                  <a:cubicBezTo>
                    <a:pt x="30480" y="287020"/>
                    <a:pt x="34290" y="281940"/>
                    <a:pt x="34290" y="281940"/>
                  </a:cubicBezTo>
                  <a:cubicBezTo>
                    <a:pt x="34290" y="281940"/>
                    <a:pt x="39370" y="278130"/>
                    <a:pt x="41910" y="275590"/>
                  </a:cubicBezTo>
                  <a:cubicBezTo>
                    <a:pt x="44450" y="273050"/>
                    <a:pt x="49530" y="269240"/>
                    <a:pt x="49530" y="269240"/>
                  </a:cubicBezTo>
                  <a:cubicBezTo>
                    <a:pt x="49530" y="269240"/>
                    <a:pt x="55880" y="266700"/>
                    <a:pt x="58420" y="265430"/>
                  </a:cubicBezTo>
                  <a:cubicBezTo>
                    <a:pt x="62230" y="264160"/>
                    <a:pt x="67310" y="261620"/>
                    <a:pt x="67310" y="261620"/>
                  </a:cubicBezTo>
                  <a:cubicBezTo>
                    <a:pt x="67310" y="261620"/>
                    <a:pt x="73660" y="262890"/>
                    <a:pt x="76200" y="260350"/>
                  </a:cubicBezTo>
                  <a:cubicBezTo>
                    <a:pt x="78740" y="257810"/>
                    <a:pt x="76200" y="247650"/>
                    <a:pt x="76200" y="241300"/>
                  </a:cubicBezTo>
                  <a:cubicBezTo>
                    <a:pt x="77470" y="237490"/>
                    <a:pt x="78740" y="232410"/>
                    <a:pt x="80010" y="228600"/>
                  </a:cubicBezTo>
                  <a:cubicBezTo>
                    <a:pt x="81280" y="226060"/>
                    <a:pt x="82550" y="223520"/>
                    <a:pt x="82550" y="219710"/>
                  </a:cubicBezTo>
                  <a:cubicBezTo>
                    <a:pt x="83820" y="217170"/>
                    <a:pt x="85090" y="210820"/>
                    <a:pt x="85090" y="210820"/>
                  </a:cubicBezTo>
                  <a:cubicBezTo>
                    <a:pt x="85090" y="210820"/>
                    <a:pt x="88900" y="205740"/>
                    <a:pt x="90170" y="203200"/>
                  </a:cubicBezTo>
                  <a:cubicBezTo>
                    <a:pt x="91440" y="199390"/>
                    <a:pt x="95250" y="194310"/>
                    <a:pt x="95250" y="194310"/>
                  </a:cubicBezTo>
                  <a:cubicBezTo>
                    <a:pt x="95250" y="194310"/>
                    <a:pt x="99060" y="190500"/>
                    <a:pt x="101600" y="187960"/>
                  </a:cubicBezTo>
                  <a:cubicBezTo>
                    <a:pt x="104140" y="185420"/>
                    <a:pt x="107950" y="180340"/>
                    <a:pt x="107950" y="180340"/>
                  </a:cubicBezTo>
                  <a:cubicBezTo>
                    <a:pt x="107950" y="180340"/>
                    <a:pt x="111760" y="180340"/>
                    <a:pt x="113030" y="177800"/>
                  </a:cubicBezTo>
                  <a:cubicBezTo>
                    <a:pt x="114300" y="175260"/>
                    <a:pt x="111760" y="165100"/>
                    <a:pt x="116840" y="158750"/>
                  </a:cubicBezTo>
                  <a:cubicBezTo>
                    <a:pt x="129540" y="144780"/>
                    <a:pt x="200660" y="143510"/>
                    <a:pt x="220980" y="121920"/>
                  </a:cubicBezTo>
                  <a:cubicBezTo>
                    <a:pt x="236220" y="105410"/>
                    <a:pt x="236220" y="67310"/>
                    <a:pt x="240030" y="55880"/>
                  </a:cubicBezTo>
                  <a:cubicBezTo>
                    <a:pt x="241300" y="52070"/>
                    <a:pt x="242570" y="50800"/>
                    <a:pt x="243840" y="48260"/>
                  </a:cubicBezTo>
                  <a:cubicBezTo>
                    <a:pt x="245110" y="45720"/>
                    <a:pt x="245110" y="41910"/>
                    <a:pt x="246380" y="40640"/>
                  </a:cubicBezTo>
                  <a:cubicBezTo>
                    <a:pt x="247650" y="39370"/>
                    <a:pt x="248920" y="38100"/>
                    <a:pt x="248920" y="36830"/>
                  </a:cubicBezTo>
                  <a:cubicBezTo>
                    <a:pt x="250190" y="35560"/>
                    <a:pt x="250190" y="34290"/>
                    <a:pt x="251460" y="33020"/>
                  </a:cubicBezTo>
                  <a:cubicBezTo>
                    <a:pt x="252730" y="31750"/>
                    <a:pt x="255270" y="29210"/>
                    <a:pt x="256540" y="26670"/>
                  </a:cubicBezTo>
                  <a:cubicBezTo>
                    <a:pt x="259080" y="25400"/>
                    <a:pt x="260350" y="21590"/>
                    <a:pt x="262890" y="20320"/>
                  </a:cubicBezTo>
                  <a:cubicBezTo>
                    <a:pt x="262890" y="19050"/>
                    <a:pt x="264160" y="19050"/>
                    <a:pt x="265430" y="17780"/>
                  </a:cubicBezTo>
                  <a:cubicBezTo>
                    <a:pt x="266700" y="17780"/>
                    <a:pt x="267970" y="16510"/>
                    <a:pt x="269240" y="15240"/>
                  </a:cubicBezTo>
                  <a:cubicBezTo>
                    <a:pt x="270510" y="13970"/>
                    <a:pt x="274320" y="12700"/>
                    <a:pt x="276860" y="11430"/>
                  </a:cubicBezTo>
                  <a:cubicBezTo>
                    <a:pt x="279400" y="10160"/>
                    <a:pt x="281940" y="7620"/>
                    <a:pt x="283210" y="7620"/>
                  </a:cubicBezTo>
                  <a:cubicBezTo>
                    <a:pt x="284480" y="6350"/>
                    <a:pt x="285750" y="6350"/>
                    <a:pt x="287020" y="6350"/>
                  </a:cubicBezTo>
                  <a:cubicBezTo>
                    <a:pt x="288290" y="5080"/>
                    <a:pt x="289560" y="5080"/>
                    <a:pt x="290830" y="3810"/>
                  </a:cubicBezTo>
                  <a:cubicBezTo>
                    <a:pt x="293370" y="3810"/>
                    <a:pt x="297180" y="3810"/>
                    <a:pt x="299720" y="2540"/>
                  </a:cubicBezTo>
                  <a:cubicBezTo>
                    <a:pt x="302260" y="2540"/>
                    <a:pt x="306070" y="1270"/>
                    <a:pt x="307340" y="1270"/>
                  </a:cubicBezTo>
                  <a:cubicBezTo>
                    <a:pt x="309880" y="1270"/>
                    <a:pt x="311150" y="1270"/>
                    <a:pt x="312420" y="1270"/>
                  </a:cubicBezTo>
                  <a:cubicBezTo>
                    <a:pt x="313690" y="1270"/>
                    <a:pt x="314960" y="0"/>
                    <a:pt x="316230" y="0"/>
                  </a:cubicBezTo>
                  <a:cubicBezTo>
                    <a:pt x="318770" y="1270"/>
                    <a:pt x="321310" y="1270"/>
                    <a:pt x="325120" y="2540"/>
                  </a:cubicBezTo>
                  <a:cubicBezTo>
                    <a:pt x="327660" y="2540"/>
                    <a:pt x="330200" y="2540"/>
                    <a:pt x="332740" y="2540"/>
                  </a:cubicBezTo>
                  <a:cubicBezTo>
                    <a:pt x="334010" y="3810"/>
                    <a:pt x="335280" y="3810"/>
                    <a:pt x="336550" y="5080"/>
                  </a:cubicBezTo>
                  <a:cubicBezTo>
                    <a:pt x="337820" y="5080"/>
                    <a:pt x="339090" y="5080"/>
                    <a:pt x="340360" y="5080"/>
                  </a:cubicBezTo>
                  <a:cubicBezTo>
                    <a:pt x="342900" y="6350"/>
                    <a:pt x="345440" y="7620"/>
                    <a:pt x="347980" y="8890"/>
                  </a:cubicBezTo>
                  <a:cubicBezTo>
                    <a:pt x="350520" y="10160"/>
                    <a:pt x="354330" y="11430"/>
                    <a:pt x="355600" y="12700"/>
                  </a:cubicBezTo>
                  <a:cubicBezTo>
                    <a:pt x="356870" y="13970"/>
                    <a:pt x="358140" y="15240"/>
                    <a:pt x="359410" y="15240"/>
                  </a:cubicBezTo>
                  <a:cubicBezTo>
                    <a:pt x="360680" y="16510"/>
                    <a:pt x="361950" y="16510"/>
                    <a:pt x="363220" y="17780"/>
                  </a:cubicBezTo>
                  <a:cubicBezTo>
                    <a:pt x="364490" y="19050"/>
                    <a:pt x="367030" y="21590"/>
                    <a:pt x="368300" y="24130"/>
                  </a:cubicBezTo>
                  <a:cubicBezTo>
                    <a:pt x="370840" y="25400"/>
                    <a:pt x="373380" y="27940"/>
                    <a:pt x="374650" y="29210"/>
                  </a:cubicBezTo>
                  <a:cubicBezTo>
                    <a:pt x="375920" y="30480"/>
                    <a:pt x="375920" y="31750"/>
                    <a:pt x="377190" y="33020"/>
                  </a:cubicBezTo>
                  <a:cubicBezTo>
                    <a:pt x="377190" y="34290"/>
                    <a:pt x="378460" y="34290"/>
                    <a:pt x="379730" y="36830"/>
                  </a:cubicBezTo>
                  <a:cubicBezTo>
                    <a:pt x="381000" y="38100"/>
                    <a:pt x="382270" y="41910"/>
                    <a:pt x="383540" y="44450"/>
                  </a:cubicBezTo>
                  <a:cubicBezTo>
                    <a:pt x="384810" y="46990"/>
                    <a:pt x="386080" y="49530"/>
                    <a:pt x="387350" y="50800"/>
                  </a:cubicBezTo>
                  <a:cubicBezTo>
                    <a:pt x="387350" y="53340"/>
                    <a:pt x="387350" y="54610"/>
                    <a:pt x="388620" y="55880"/>
                  </a:cubicBezTo>
                  <a:cubicBezTo>
                    <a:pt x="388620" y="57150"/>
                    <a:pt x="389890" y="57150"/>
                    <a:pt x="389890" y="59690"/>
                  </a:cubicBezTo>
                  <a:cubicBezTo>
                    <a:pt x="389890" y="60960"/>
                    <a:pt x="389890" y="64770"/>
                    <a:pt x="391160" y="67310"/>
                  </a:cubicBezTo>
                  <a:cubicBezTo>
                    <a:pt x="391160" y="71120"/>
                    <a:pt x="392430" y="73660"/>
                    <a:pt x="392430" y="76200"/>
                  </a:cubicBezTo>
                  <a:cubicBezTo>
                    <a:pt x="392430" y="77470"/>
                    <a:pt x="391160" y="78740"/>
                    <a:pt x="391160" y="80010"/>
                  </a:cubicBezTo>
                  <a:cubicBezTo>
                    <a:pt x="391160" y="81280"/>
                    <a:pt x="392430" y="82550"/>
                    <a:pt x="392430" y="83820"/>
                  </a:cubicBezTo>
                  <a:cubicBezTo>
                    <a:pt x="392430" y="86360"/>
                    <a:pt x="391160" y="90170"/>
                    <a:pt x="389890" y="92710"/>
                  </a:cubicBezTo>
                  <a:cubicBezTo>
                    <a:pt x="389890" y="95250"/>
                    <a:pt x="389890" y="96520"/>
                    <a:pt x="388620" y="100330"/>
                  </a:cubicBezTo>
                  <a:cubicBezTo>
                    <a:pt x="386080" y="114300"/>
                    <a:pt x="370840" y="161290"/>
                    <a:pt x="361950" y="187960"/>
                  </a:cubicBezTo>
                  <a:cubicBezTo>
                    <a:pt x="353060" y="213360"/>
                    <a:pt x="339090" y="232410"/>
                    <a:pt x="332740" y="260350"/>
                  </a:cubicBezTo>
                  <a:cubicBezTo>
                    <a:pt x="325120" y="295910"/>
                    <a:pt x="323850" y="383540"/>
                    <a:pt x="323850" y="383540"/>
                  </a:cubicBezTo>
                  <a:cubicBezTo>
                    <a:pt x="323850" y="383540"/>
                    <a:pt x="323850" y="389890"/>
                    <a:pt x="323850" y="393700"/>
                  </a:cubicBezTo>
                  <a:cubicBezTo>
                    <a:pt x="323850" y="396240"/>
                    <a:pt x="322580" y="402590"/>
                    <a:pt x="322580" y="402590"/>
                  </a:cubicBezTo>
                  <a:cubicBezTo>
                    <a:pt x="322580" y="402590"/>
                    <a:pt x="322580" y="403860"/>
                    <a:pt x="322580" y="405130"/>
                  </a:cubicBezTo>
                  <a:cubicBezTo>
                    <a:pt x="321310" y="412750"/>
                    <a:pt x="330200" y="473710"/>
                    <a:pt x="327660" y="495300"/>
                  </a:cubicBezTo>
                  <a:cubicBezTo>
                    <a:pt x="326390" y="509270"/>
                    <a:pt x="320040" y="519430"/>
                    <a:pt x="320040" y="527050"/>
                  </a:cubicBezTo>
                  <a:cubicBezTo>
                    <a:pt x="320040" y="530860"/>
                    <a:pt x="322580" y="532130"/>
                    <a:pt x="322580" y="535940"/>
                  </a:cubicBezTo>
                  <a:cubicBezTo>
                    <a:pt x="323850" y="552450"/>
                    <a:pt x="312420" y="604520"/>
                    <a:pt x="306070" y="645160"/>
                  </a:cubicBezTo>
                  <a:cubicBezTo>
                    <a:pt x="297180" y="694690"/>
                    <a:pt x="278130" y="811530"/>
                    <a:pt x="278130" y="811530"/>
                  </a:cubicBezTo>
                  <a:cubicBezTo>
                    <a:pt x="278130" y="811530"/>
                    <a:pt x="276860" y="817880"/>
                    <a:pt x="276860" y="821690"/>
                  </a:cubicBezTo>
                  <a:cubicBezTo>
                    <a:pt x="276860" y="825500"/>
                    <a:pt x="275590" y="831850"/>
                    <a:pt x="275590" y="831850"/>
                  </a:cubicBezTo>
                  <a:cubicBezTo>
                    <a:pt x="275590" y="831850"/>
                    <a:pt x="273050" y="838200"/>
                    <a:pt x="271780" y="840740"/>
                  </a:cubicBezTo>
                  <a:cubicBezTo>
                    <a:pt x="270510" y="844550"/>
                    <a:pt x="269240" y="850900"/>
                    <a:pt x="269240" y="850900"/>
                  </a:cubicBezTo>
                  <a:cubicBezTo>
                    <a:pt x="269240" y="850900"/>
                    <a:pt x="265430" y="855980"/>
                    <a:pt x="262890" y="858520"/>
                  </a:cubicBezTo>
                  <a:cubicBezTo>
                    <a:pt x="261620" y="861060"/>
                    <a:pt x="257810" y="867410"/>
                    <a:pt x="257810" y="867410"/>
                  </a:cubicBezTo>
                  <a:cubicBezTo>
                    <a:pt x="257810" y="867410"/>
                    <a:pt x="252730" y="871220"/>
                    <a:pt x="250190" y="873760"/>
                  </a:cubicBezTo>
                  <a:cubicBezTo>
                    <a:pt x="247650" y="876300"/>
                    <a:pt x="242570" y="880110"/>
                    <a:pt x="242570" y="880110"/>
                  </a:cubicBezTo>
                  <a:cubicBezTo>
                    <a:pt x="242570" y="880110"/>
                    <a:pt x="236220" y="883920"/>
                    <a:pt x="233680" y="885190"/>
                  </a:cubicBezTo>
                  <a:cubicBezTo>
                    <a:pt x="231140" y="886460"/>
                    <a:pt x="224790" y="890270"/>
                    <a:pt x="224790" y="890270"/>
                  </a:cubicBezTo>
                  <a:cubicBezTo>
                    <a:pt x="224790" y="890270"/>
                    <a:pt x="218440" y="891540"/>
                    <a:pt x="214630" y="892810"/>
                  </a:cubicBezTo>
                  <a:cubicBezTo>
                    <a:pt x="212090" y="892810"/>
                    <a:pt x="205740" y="895350"/>
                    <a:pt x="205740" y="895350"/>
                  </a:cubicBezTo>
                  <a:cubicBezTo>
                    <a:pt x="204470" y="895350"/>
                    <a:pt x="198120" y="895350"/>
                    <a:pt x="195580" y="895350"/>
                  </a:cubicBezTo>
                  <a:cubicBezTo>
                    <a:pt x="191770" y="895350"/>
                    <a:pt x="185420" y="895350"/>
                    <a:pt x="185420" y="895350"/>
                  </a:cubicBezTo>
                  <a:cubicBezTo>
                    <a:pt x="185420" y="895350"/>
                    <a:pt x="179070" y="894080"/>
                    <a:pt x="175260" y="892810"/>
                  </a:cubicBezTo>
                  <a:cubicBezTo>
                    <a:pt x="171450" y="891540"/>
                    <a:pt x="165100" y="890270"/>
                    <a:pt x="165100" y="890270"/>
                  </a:cubicBezTo>
                  <a:cubicBezTo>
                    <a:pt x="165100" y="890270"/>
                    <a:pt x="160020" y="887730"/>
                    <a:pt x="156210" y="886460"/>
                  </a:cubicBezTo>
                  <a:cubicBezTo>
                    <a:pt x="153670" y="883920"/>
                    <a:pt x="147320" y="881380"/>
                    <a:pt x="147320" y="881380"/>
                  </a:cubicBezTo>
                  <a:cubicBezTo>
                    <a:pt x="147320" y="881380"/>
                    <a:pt x="142240" y="876300"/>
                    <a:pt x="139700" y="875030"/>
                  </a:cubicBezTo>
                  <a:cubicBezTo>
                    <a:pt x="137160" y="872490"/>
                    <a:pt x="132080" y="868680"/>
                    <a:pt x="132080" y="867410"/>
                  </a:cubicBezTo>
                  <a:cubicBezTo>
                    <a:pt x="132080" y="867410"/>
                    <a:pt x="128270" y="862330"/>
                    <a:pt x="127000" y="859790"/>
                  </a:cubicBezTo>
                  <a:cubicBezTo>
                    <a:pt x="124460" y="857250"/>
                    <a:pt x="120650" y="852170"/>
                    <a:pt x="120650" y="850900"/>
                  </a:cubicBezTo>
                  <a:cubicBezTo>
                    <a:pt x="120650" y="850900"/>
                    <a:pt x="118110" y="845820"/>
                    <a:pt x="116840" y="842010"/>
                  </a:cubicBezTo>
                  <a:cubicBezTo>
                    <a:pt x="115570" y="839470"/>
                    <a:pt x="114300" y="833120"/>
                    <a:pt x="114300" y="833120"/>
                  </a:cubicBezTo>
                  <a:cubicBezTo>
                    <a:pt x="114300" y="833120"/>
                    <a:pt x="113030" y="825500"/>
                    <a:pt x="113030" y="822960"/>
                  </a:cubicBezTo>
                  <a:cubicBezTo>
                    <a:pt x="111760" y="819150"/>
                    <a:pt x="111760" y="812800"/>
                    <a:pt x="111760" y="812800"/>
                  </a:cubicBezTo>
                  <a:cubicBezTo>
                    <a:pt x="111760" y="812800"/>
                    <a:pt x="111760" y="760730"/>
                    <a:pt x="111760" y="758190"/>
                  </a:cubicBezTo>
                  <a:cubicBezTo>
                    <a:pt x="111760" y="758190"/>
                    <a:pt x="110490" y="756920"/>
                    <a:pt x="110490" y="756920"/>
                  </a:cubicBezTo>
                  <a:cubicBezTo>
                    <a:pt x="110490" y="756920"/>
                    <a:pt x="107950" y="751840"/>
                    <a:pt x="106680" y="749300"/>
                  </a:cubicBezTo>
                  <a:cubicBezTo>
                    <a:pt x="105410" y="745490"/>
                    <a:pt x="101600" y="740410"/>
                    <a:pt x="101600" y="740410"/>
                  </a:cubicBezTo>
                  <a:cubicBezTo>
                    <a:pt x="101600" y="740410"/>
                    <a:pt x="101600" y="736600"/>
                    <a:pt x="100330" y="734060"/>
                  </a:cubicBezTo>
                  <a:cubicBezTo>
                    <a:pt x="93980" y="726440"/>
                    <a:pt x="50800" y="722630"/>
                    <a:pt x="35560" y="703580"/>
                  </a:cubicBezTo>
                  <a:cubicBezTo>
                    <a:pt x="13970" y="676910"/>
                    <a:pt x="12700" y="610870"/>
                    <a:pt x="7620" y="574040"/>
                  </a:cubicBezTo>
                  <a:cubicBezTo>
                    <a:pt x="2540" y="544830"/>
                    <a:pt x="0" y="497840"/>
                    <a:pt x="0" y="497840"/>
                  </a:cubicBezTo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179820" y="6326505"/>
            <a:ext cx="1117282" cy="290512"/>
            <a:chOff x="0" y="0"/>
            <a:chExt cx="1489710" cy="3873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9573" y="48077"/>
              <a:ext cx="1389411" cy="285719"/>
            </a:xfrm>
            <a:custGeom>
              <a:avLst/>
              <a:gdLst/>
              <a:ahLst/>
              <a:cxnLst/>
              <a:rect r="r" b="b" t="t" l="l"/>
              <a:pathLst>
                <a:path h="285719" w="1389411">
                  <a:moveTo>
                    <a:pt x="764497" y="263073"/>
                  </a:moveTo>
                  <a:cubicBezTo>
                    <a:pt x="55837" y="282123"/>
                    <a:pt x="43137" y="277043"/>
                    <a:pt x="29167" y="265613"/>
                  </a:cubicBezTo>
                  <a:cubicBezTo>
                    <a:pt x="17737" y="256723"/>
                    <a:pt x="11387" y="245293"/>
                    <a:pt x="6307" y="232593"/>
                  </a:cubicBezTo>
                  <a:cubicBezTo>
                    <a:pt x="1227" y="219893"/>
                    <a:pt x="-43" y="204653"/>
                    <a:pt x="1227" y="191953"/>
                  </a:cubicBezTo>
                  <a:cubicBezTo>
                    <a:pt x="2497" y="179253"/>
                    <a:pt x="8847" y="165283"/>
                    <a:pt x="16467" y="153853"/>
                  </a:cubicBezTo>
                  <a:cubicBezTo>
                    <a:pt x="22817" y="143693"/>
                    <a:pt x="31707" y="136073"/>
                    <a:pt x="45677" y="127183"/>
                  </a:cubicBezTo>
                  <a:cubicBezTo>
                    <a:pt x="71077" y="113213"/>
                    <a:pt x="121877" y="96703"/>
                    <a:pt x="157437" y="89083"/>
                  </a:cubicBezTo>
                  <a:cubicBezTo>
                    <a:pt x="190457" y="82733"/>
                    <a:pt x="213317" y="89083"/>
                    <a:pt x="252687" y="82733"/>
                  </a:cubicBezTo>
                  <a:cubicBezTo>
                    <a:pt x="317457" y="72573"/>
                    <a:pt x="430487" y="26853"/>
                    <a:pt x="507957" y="16693"/>
                  </a:cubicBezTo>
                  <a:cubicBezTo>
                    <a:pt x="570187" y="7803"/>
                    <a:pt x="619717" y="5263"/>
                    <a:pt x="678137" y="12883"/>
                  </a:cubicBezTo>
                  <a:cubicBezTo>
                    <a:pt x="741637" y="20503"/>
                    <a:pt x="825457" y="49713"/>
                    <a:pt x="873717" y="67493"/>
                  </a:cubicBezTo>
                  <a:cubicBezTo>
                    <a:pt x="902927" y="78923"/>
                    <a:pt x="914357" y="96703"/>
                    <a:pt x="942297" y="100513"/>
                  </a:cubicBezTo>
                  <a:cubicBezTo>
                    <a:pt x="982937" y="105593"/>
                    <a:pt x="1046437" y="85273"/>
                    <a:pt x="1099777" y="70033"/>
                  </a:cubicBezTo>
                  <a:cubicBezTo>
                    <a:pt x="1158197" y="53523"/>
                    <a:pt x="1231857" y="6533"/>
                    <a:pt x="1278847" y="2723"/>
                  </a:cubicBezTo>
                  <a:cubicBezTo>
                    <a:pt x="1310597" y="183"/>
                    <a:pt x="1338537" y="2723"/>
                    <a:pt x="1357587" y="16693"/>
                  </a:cubicBezTo>
                  <a:cubicBezTo>
                    <a:pt x="1375367" y="30663"/>
                    <a:pt x="1390607" y="64953"/>
                    <a:pt x="1389337" y="89083"/>
                  </a:cubicBezTo>
                  <a:cubicBezTo>
                    <a:pt x="1386797" y="111943"/>
                    <a:pt x="1365207" y="143693"/>
                    <a:pt x="1347427" y="155123"/>
                  </a:cubicBezTo>
                  <a:cubicBezTo>
                    <a:pt x="1332187" y="166553"/>
                    <a:pt x="1310597" y="167823"/>
                    <a:pt x="1294087" y="166553"/>
                  </a:cubicBezTo>
                  <a:cubicBezTo>
                    <a:pt x="1277577" y="164013"/>
                    <a:pt x="1257257" y="156393"/>
                    <a:pt x="1245827" y="142423"/>
                  </a:cubicBezTo>
                  <a:cubicBezTo>
                    <a:pt x="1231857" y="125913"/>
                    <a:pt x="1217887" y="90353"/>
                    <a:pt x="1221697" y="67493"/>
                  </a:cubicBezTo>
                  <a:cubicBezTo>
                    <a:pt x="1225507" y="44633"/>
                    <a:pt x="1249637" y="15423"/>
                    <a:pt x="1271227" y="5263"/>
                  </a:cubicBezTo>
                  <a:cubicBezTo>
                    <a:pt x="1291547" y="-3627"/>
                    <a:pt x="1329647" y="-1087"/>
                    <a:pt x="1349967" y="11613"/>
                  </a:cubicBezTo>
                  <a:cubicBezTo>
                    <a:pt x="1369017" y="23043"/>
                    <a:pt x="1388067" y="56063"/>
                    <a:pt x="1389337" y="80193"/>
                  </a:cubicBezTo>
                  <a:cubicBezTo>
                    <a:pt x="1389337" y="103053"/>
                    <a:pt x="1376637" y="129723"/>
                    <a:pt x="1355047" y="151313"/>
                  </a:cubicBezTo>
                  <a:cubicBezTo>
                    <a:pt x="1316947" y="185603"/>
                    <a:pt x="1212807" y="212273"/>
                    <a:pt x="1145497" y="232593"/>
                  </a:cubicBezTo>
                  <a:cubicBezTo>
                    <a:pt x="1087077" y="250373"/>
                    <a:pt x="1027387" y="269423"/>
                    <a:pt x="975317" y="270693"/>
                  </a:cubicBezTo>
                  <a:cubicBezTo>
                    <a:pt x="929597" y="271963"/>
                    <a:pt x="894037" y="260533"/>
                    <a:pt x="848317" y="247833"/>
                  </a:cubicBezTo>
                  <a:cubicBezTo>
                    <a:pt x="794977" y="233863"/>
                    <a:pt x="732747" y="197033"/>
                    <a:pt x="674327" y="186873"/>
                  </a:cubicBezTo>
                  <a:cubicBezTo>
                    <a:pt x="617177" y="176713"/>
                    <a:pt x="549867" y="179253"/>
                    <a:pt x="501607" y="186873"/>
                  </a:cubicBezTo>
                  <a:cubicBezTo>
                    <a:pt x="462237" y="194493"/>
                    <a:pt x="444457" y="211003"/>
                    <a:pt x="401277" y="222433"/>
                  </a:cubicBezTo>
                  <a:cubicBezTo>
                    <a:pt x="322537" y="244023"/>
                    <a:pt x="120607" y="293553"/>
                    <a:pt x="65997" y="284663"/>
                  </a:cubicBezTo>
                  <a:cubicBezTo>
                    <a:pt x="46947" y="282123"/>
                    <a:pt x="39327" y="275773"/>
                    <a:pt x="29167" y="265613"/>
                  </a:cubicBezTo>
                  <a:cubicBezTo>
                    <a:pt x="17737" y="254183"/>
                    <a:pt x="5037" y="230053"/>
                    <a:pt x="1227" y="212273"/>
                  </a:cubicBezTo>
                  <a:cubicBezTo>
                    <a:pt x="-1313" y="198303"/>
                    <a:pt x="-43" y="185603"/>
                    <a:pt x="6307" y="172903"/>
                  </a:cubicBezTo>
                  <a:cubicBezTo>
                    <a:pt x="13927" y="156393"/>
                    <a:pt x="21547" y="138613"/>
                    <a:pt x="45677" y="127183"/>
                  </a:cubicBezTo>
                  <a:cubicBezTo>
                    <a:pt x="118067" y="94163"/>
                    <a:pt x="415247" y="128453"/>
                    <a:pt x="548597" y="123373"/>
                  </a:cubicBezTo>
                  <a:cubicBezTo>
                    <a:pt x="637497" y="120833"/>
                    <a:pt x="722587" y="97973"/>
                    <a:pt x="768307" y="108133"/>
                  </a:cubicBezTo>
                  <a:cubicBezTo>
                    <a:pt x="791167" y="113213"/>
                    <a:pt x="805137" y="122103"/>
                    <a:pt x="816567" y="134803"/>
                  </a:cubicBezTo>
                  <a:cubicBezTo>
                    <a:pt x="827997" y="147503"/>
                    <a:pt x="835617" y="170363"/>
                    <a:pt x="835617" y="186873"/>
                  </a:cubicBezTo>
                  <a:cubicBezTo>
                    <a:pt x="834347" y="204653"/>
                    <a:pt x="826727" y="224973"/>
                    <a:pt x="814027" y="237673"/>
                  </a:cubicBezTo>
                  <a:cubicBezTo>
                    <a:pt x="802597" y="250373"/>
                    <a:pt x="764497" y="263073"/>
                    <a:pt x="764497" y="263073"/>
                  </a:cubicBezTo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73822" y="4404995"/>
            <a:ext cx="2775361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000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upports dispatchers without adding workload</a:t>
            </a:r>
            <a:r>
              <a:rPr lang="en-US" sz="2000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1265" y="2086961"/>
            <a:ext cx="3427918" cy="34279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3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81729" y="2086961"/>
            <a:ext cx="3427918" cy="34279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88622" y="2086961"/>
            <a:ext cx="3427918" cy="342791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511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-5400000">
            <a:off x="6817362" y="5918747"/>
            <a:ext cx="675724" cy="194395"/>
          </a:xfrm>
          <a:custGeom>
            <a:avLst/>
            <a:gdLst/>
            <a:ahLst/>
            <a:cxnLst/>
            <a:rect r="r" b="b" t="t" l="l"/>
            <a:pathLst>
              <a:path h="194395" w="675724">
                <a:moveTo>
                  <a:pt x="675724" y="0"/>
                </a:moveTo>
                <a:lnTo>
                  <a:pt x="0" y="0"/>
                </a:lnTo>
                <a:lnTo>
                  <a:pt x="0" y="194395"/>
                </a:lnTo>
                <a:lnTo>
                  <a:pt x="675724" y="194395"/>
                </a:lnTo>
                <a:lnTo>
                  <a:pt x="6757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2909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5400000">
            <a:off x="11255023" y="5918747"/>
            <a:ext cx="675724" cy="194395"/>
          </a:xfrm>
          <a:custGeom>
            <a:avLst/>
            <a:gdLst/>
            <a:ahLst/>
            <a:cxnLst/>
            <a:rect r="r" b="b" t="t" l="l"/>
            <a:pathLst>
              <a:path h="194395" w="675724">
                <a:moveTo>
                  <a:pt x="675724" y="0"/>
                </a:moveTo>
                <a:lnTo>
                  <a:pt x="0" y="0"/>
                </a:lnTo>
                <a:lnTo>
                  <a:pt x="0" y="194395"/>
                </a:lnTo>
                <a:lnTo>
                  <a:pt x="675724" y="194395"/>
                </a:lnTo>
                <a:lnTo>
                  <a:pt x="6757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2909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5400000">
            <a:off x="15461916" y="5918747"/>
            <a:ext cx="675724" cy="194395"/>
          </a:xfrm>
          <a:custGeom>
            <a:avLst/>
            <a:gdLst/>
            <a:ahLst/>
            <a:cxnLst/>
            <a:rect r="r" b="b" t="t" l="l"/>
            <a:pathLst>
              <a:path h="194395" w="675724">
                <a:moveTo>
                  <a:pt x="675724" y="0"/>
                </a:moveTo>
                <a:lnTo>
                  <a:pt x="0" y="0"/>
                </a:lnTo>
                <a:lnTo>
                  <a:pt x="0" y="194395"/>
                </a:lnTo>
                <a:lnTo>
                  <a:pt x="675724" y="194395"/>
                </a:lnTo>
                <a:lnTo>
                  <a:pt x="6757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2909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281406" y="3457478"/>
            <a:ext cx="1657049" cy="1586625"/>
          </a:xfrm>
          <a:custGeom>
            <a:avLst/>
            <a:gdLst/>
            <a:ahLst/>
            <a:cxnLst/>
            <a:rect r="r" b="b" t="t" l="l"/>
            <a:pathLst>
              <a:path h="1586625" w="1657049">
                <a:moveTo>
                  <a:pt x="0" y="0"/>
                </a:moveTo>
                <a:lnTo>
                  <a:pt x="1657050" y="0"/>
                </a:lnTo>
                <a:lnTo>
                  <a:pt x="1657050" y="1586625"/>
                </a:lnTo>
                <a:lnTo>
                  <a:pt x="0" y="1586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69681" y="3110236"/>
            <a:ext cx="2452013" cy="1996347"/>
          </a:xfrm>
          <a:custGeom>
            <a:avLst/>
            <a:gdLst/>
            <a:ahLst/>
            <a:cxnLst/>
            <a:rect r="r" b="b" t="t" l="l"/>
            <a:pathLst>
              <a:path h="1996347" w="2452013">
                <a:moveTo>
                  <a:pt x="0" y="0"/>
                </a:moveTo>
                <a:lnTo>
                  <a:pt x="2452013" y="0"/>
                </a:lnTo>
                <a:lnTo>
                  <a:pt x="2452013" y="1996347"/>
                </a:lnTo>
                <a:lnTo>
                  <a:pt x="0" y="19963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78859" y="3457478"/>
            <a:ext cx="2847443" cy="1156774"/>
          </a:xfrm>
          <a:custGeom>
            <a:avLst/>
            <a:gdLst/>
            <a:ahLst/>
            <a:cxnLst/>
            <a:rect r="r" b="b" t="t" l="l"/>
            <a:pathLst>
              <a:path h="1156774" w="2847443">
                <a:moveTo>
                  <a:pt x="0" y="0"/>
                </a:moveTo>
                <a:lnTo>
                  <a:pt x="2847443" y="0"/>
                </a:lnTo>
                <a:lnTo>
                  <a:pt x="2847443" y="1156774"/>
                </a:lnTo>
                <a:lnTo>
                  <a:pt x="0" y="1156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3971100"/>
            <a:ext cx="3966714" cy="233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5000" b="true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Who Benefits Immediately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69450" y="6468107"/>
            <a:ext cx="4212279" cy="162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851" indent="-250925" lvl="1">
              <a:lnSpc>
                <a:spcPts val="3254"/>
              </a:lnSpc>
              <a:buFont typeface="Arial"/>
              <a:buChar char="•"/>
            </a:pPr>
            <a:r>
              <a:rPr lang="en-US" b="true" sz="2324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Faster scene understanding</a:t>
            </a:r>
          </a:p>
          <a:p>
            <a:pPr algn="l" marL="501851" indent="-250925" lvl="1">
              <a:lnSpc>
                <a:spcPts val="3254"/>
              </a:lnSpc>
              <a:buFont typeface="Arial"/>
              <a:buChar char="•"/>
            </a:pPr>
            <a:r>
              <a:rPr lang="en-US" b="true" sz="2324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Safer entry decisions</a:t>
            </a:r>
          </a:p>
          <a:p>
            <a:pPr algn="l" marL="501851" indent="-250925" lvl="1">
              <a:lnSpc>
                <a:spcPts val="3254"/>
              </a:lnSpc>
              <a:buFont typeface="Arial"/>
              <a:buChar char="•"/>
            </a:pPr>
            <a:r>
              <a:rPr lang="en-US" b="true" sz="2324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less confusion on arrival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16507" y="6468107"/>
            <a:ext cx="3972114" cy="121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b="true" sz="231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Less</a:t>
            </a:r>
            <a:r>
              <a:rPr lang="en-US" b="true" sz="231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 cognitive overload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b="true" sz="231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Clearer data outputs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b="true" sz="231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More consistent calls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48240" y="6306182"/>
            <a:ext cx="3609811" cy="121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sz="231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Fast</a:t>
            </a:r>
            <a:r>
              <a:rPr lang="en-US" sz="231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er rescues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sz="231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Better outcomes</a:t>
            </a:r>
          </a:p>
          <a:p>
            <a:pPr algn="l" marL="500887" indent="-250444" lvl="1">
              <a:lnSpc>
                <a:spcPts val="3247"/>
              </a:lnSpc>
              <a:buFont typeface="Arial"/>
              <a:buChar char="•"/>
            </a:pPr>
            <a:r>
              <a:rPr lang="en-US" sz="2319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Stronger public safety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52448" y="2925983"/>
            <a:ext cx="181115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4511E"/>
                </a:solidFill>
                <a:latin typeface="Inter Bold"/>
                <a:ea typeface="Inter Bold"/>
                <a:cs typeface="Inter Bold"/>
                <a:sym typeface="Inter Bold"/>
              </a:rPr>
              <a:t>Fi</a:t>
            </a:r>
            <a:r>
              <a:rPr lang="en-US" b="true" sz="2399">
                <a:solidFill>
                  <a:srgbClr val="F4511E"/>
                </a:solidFill>
                <a:latin typeface="Inter Bold"/>
                <a:ea typeface="Inter Bold"/>
                <a:cs typeface="Inter Bold"/>
                <a:sym typeface="Inter Bold"/>
              </a:rPr>
              <a:t>re &amp; EMS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23324" y="2567842"/>
            <a:ext cx="181115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Dispatchers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48240" y="2704470"/>
            <a:ext cx="230868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Communities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1312" y="2186709"/>
            <a:ext cx="5499743" cy="7345233"/>
          </a:xfrm>
          <a:custGeom>
            <a:avLst/>
            <a:gdLst/>
            <a:ahLst/>
            <a:cxnLst/>
            <a:rect r="r" b="b" t="t" l="l"/>
            <a:pathLst>
              <a:path h="7345233" w="5499743">
                <a:moveTo>
                  <a:pt x="0" y="0"/>
                </a:moveTo>
                <a:lnTo>
                  <a:pt x="5499743" y="0"/>
                </a:lnTo>
                <a:lnTo>
                  <a:pt x="5499743" y="7345233"/>
                </a:lnTo>
                <a:lnTo>
                  <a:pt x="0" y="73452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632" y="4921594"/>
            <a:ext cx="469643" cy="443813"/>
          </a:xfrm>
          <a:custGeom>
            <a:avLst/>
            <a:gdLst/>
            <a:ahLst/>
            <a:cxnLst/>
            <a:rect r="r" b="b" t="t" l="l"/>
            <a:pathLst>
              <a:path h="443813" w="469643">
                <a:moveTo>
                  <a:pt x="0" y="0"/>
                </a:moveTo>
                <a:lnTo>
                  <a:pt x="469643" y="0"/>
                </a:lnTo>
                <a:lnTo>
                  <a:pt x="469643" y="443812"/>
                </a:lnTo>
                <a:lnTo>
                  <a:pt x="0" y="44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26467" y="932697"/>
            <a:ext cx="12275727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Take</a:t>
            </a:r>
            <a:r>
              <a:rPr lang="en-US" b="true" sz="5000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aways From Building Res-Q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2888" y="4578213"/>
            <a:ext cx="6150309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Simple visuals make a maj</a:t>
            </a:r>
            <a:r>
              <a:rPr lang="en-US" b="true" sz="24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or difference in emergency response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Azure AI tools speed up build-time dramatically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07632" y="6096281"/>
            <a:ext cx="469643" cy="443813"/>
          </a:xfrm>
          <a:custGeom>
            <a:avLst/>
            <a:gdLst/>
            <a:ahLst/>
            <a:cxnLst/>
            <a:rect r="r" b="b" t="t" l="l"/>
            <a:pathLst>
              <a:path h="443813" w="469643">
                <a:moveTo>
                  <a:pt x="0" y="0"/>
                </a:moveTo>
                <a:lnTo>
                  <a:pt x="469643" y="0"/>
                </a:lnTo>
                <a:lnTo>
                  <a:pt x="469643" y="443812"/>
                </a:lnTo>
                <a:lnTo>
                  <a:pt x="0" y="44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608979" y="7007817"/>
            <a:ext cx="5424909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Simple &gt; fancy in</a:t>
            </a:r>
            <a:r>
              <a:rPr lang="en-US" b="true" sz="24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 high-pressure environments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Good AI enhances responders — never replaces them</a:t>
            </a:r>
          </a:p>
          <a:p>
            <a:pPr algn="l">
              <a:lnSpc>
                <a:spcPts val="3499"/>
              </a:lnSpc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886234" y="7224529"/>
            <a:ext cx="469643" cy="443813"/>
          </a:xfrm>
          <a:custGeom>
            <a:avLst/>
            <a:gdLst/>
            <a:ahLst/>
            <a:cxnLst/>
            <a:rect r="r" b="b" t="t" l="l"/>
            <a:pathLst>
              <a:path h="443813" w="469643">
                <a:moveTo>
                  <a:pt x="0" y="0"/>
                </a:moveTo>
                <a:lnTo>
                  <a:pt x="469643" y="0"/>
                </a:lnTo>
                <a:lnTo>
                  <a:pt x="469643" y="443812"/>
                </a:lnTo>
                <a:lnTo>
                  <a:pt x="0" y="44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86234" y="8508005"/>
            <a:ext cx="469643" cy="443813"/>
          </a:xfrm>
          <a:custGeom>
            <a:avLst/>
            <a:gdLst/>
            <a:ahLst/>
            <a:cxnLst/>
            <a:rect r="r" b="b" t="t" l="l"/>
            <a:pathLst>
              <a:path h="443813" w="469643">
                <a:moveTo>
                  <a:pt x="0" y="0"/>
                </a:moveTo>
                <a:lnTo>
                  <a:pt x="469643" y="0"/>
                </a:lnTo>
                <a:lnTo>
                  <a:pt x="469643" y="443812"/>
                </a:lnTo>
                <a:lnTo>
                  <a:pt x="0" y="4438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86234" y="3398071"/>
            <a:ext cx="589455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Real </a:t>
            </a:r>
            <a:r>
              <a:rPr lang="en-US" b="true" sz="2499">
                <a:solidFill>
                  <a:srgbClr val="FCC931"/>
                </a:solidFill>
                <a:latin typeface="Inter Bold"/>
                <a:ea typeface="Inter Bold"/>
                <a:cs typeface="Inter Bold"/>
                <a:sym typeface="Inter Bold"/>
              </a:rPr>
              <a:t>problems need real, field-tested solutions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230965" y="3643121"/>
            <a:ext cx="469643" cy="443813"/>
          </a:xfrm>
          <a:custGeom>
            <a:avLst/>
            <a:gdLst/>
            <a:ahLst/>
            <a:cxnLst/>
            <a:rect r="r" b="b" t="t" l="l"/>
            <a:pathLst>
              <a:path h="443813" w="469643">
                <a:moveTo>
                  <a:pt x="0" y="0"/>
                </a:moveTo>
                <a:lnTo>
                  <a:pt x="469643" y="0"/>
                </a:lnTo>
                <a:lnTo>
                  <a:pt x="469643" y="443813"/>
                </a:lnTo>
                <a:lnTo>
                  <a:pt x="0" y="443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07462" y="5413280"/>
            <a:ext cx="1451838" cy="1451838"/>
            <a:chOff x="0" y="0"/>
            <a:chExt cx="483818" cy="4838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818" cy="483818"/>
            </a:xfrm>
            <a:custGeom>
              <a:avLst/>
              <a:gdLst/>
              <a:ahLst/>
              <a:cxnLst/>
              <a:rect r="r" b="b" t="t" l="l"/>
              <a:pathLst>
                <a:path h="483818" w="483818">
                  <a:moveTo>
                    <a:pt x="0" y="0"/>
                  </a:moveTo>
                  <a:lnTo>
                    <a:pt x="483818" y="0"/>
                  </a:lnTo>
                  <a:lnTo>
                    <a:pt x="483818" y="483818"/>
                  </a:lnTo>
                  <a:lnTo>
                    <a:pt x="0" y="483818"/>
                  </a:lnTo>
                  <a:close/>
                </a:path>
              </a:pathLst>
            </a:custGeom>
            <a:solidFill>
              <a:srgbClr val="FFF3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3818" cy="531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43365" y="5749183"/>
            <a:ext cx="780033" cy="780033"/>
          </a:xfrm>
          <a:custGeom>
            <a:avLst/>
            <a:gdLst/>
            <a:ahLst/>
            <a:cxnLst/>
            <a:rect r="r" b="b" t="t" l="l"/>
            <a:pathLst>
              <a:path h="780033" w="780033">
                <a:moveTo>
                  <a:pt x="0" y="0"/>
                </a:moveTo>
                <a:lnTo>
                  <a:pt x="780032" y="0"/>
                </a:lnTo>
                <a:lnTo>
                  <a:pt x="780032" y="780032"/>
                </a:lnTo>
                <a:lnTo>
                  <a:pt x="0" y="780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457946" y="1782506"/>
            <a:ext cx="1437616" cy="1437616"/>
            <a:chOff x="0" y="0"/>
            <a:chExt cx="483818" cy="4838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818" cy="483818"/>
            </a:xfrm>
            <a:custGeom>
              <a:avLst/>
              <a:gdLst/>
              <a:ahLst/>
              <a:cxnLst/>
              <a:rect r="r" b="b" t="t" l="l"/>
              <a:pathLst>
                <a:path h="483818" w="483818">
                  <a:moveTo>
                    <a:pt x="0" y="0"/>
                  </a:moveTo>
                  <a:lnTo>
                    <a:pt x="483818" y="0"/>
                  </a:lnTo>
                  <a:lnTo>
                    <a:pt x="483818" y="483818"/>
                  </a:lnTo>
                  <a:lnTo>
                    <a:pt x="0" y="483818"/>
                  </a:lnTo>
                  <a:close/>
                </a:path>
              </a:pathLst>
            </a:custGeom>
            <a:solidFill>
              <a:srgbClr val="DB411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3818" cy="531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634398"/>
            <a:ext cx="447768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 </a:t>
            </a:r>
          </a:p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FCC931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10452" y="5839454"/>
            <a:ext cx="8697010" cy="102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GitHub:</a:t>
            </a:r>
            <a:r>
              <a:rPr lang="en-US" sz="2968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 https://github.com/ButtaBean11/resq-ai</a:t>
            </a:r>
          </a:p>
          <a:p>
            <a:pPr algn="l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 Contact: Tomika “Mickey” Williams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95562" y="1726827"/>
            <a:ext cx="9397571" cy="14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9"/>
              </a:lnSpc>
              <a:spcBef>
                <a:spcPct val="0"/>
              </a:spcBef>
            </a:pPr>
            <a:r>
              <a:rPr lang="en-US" sz="3763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3763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es-Q AI isn’t magic.</a:t>
            </a:r>
          </a:p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sz="2403">
                <a:solidFill>
                  <a:srgbClr val="FCC931"/>
                </a:solidFill>
                <a:latin typeface="Inter"/>
                <a:ea typeface="Inter"/>
                <a:cs typeface="Inter"/>
                <a:sym typeface="Inter"/>
              </a:rPr>
              <a:t> It gives responders the real-time information they should’ve had all along.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86738" y="2116796"/>
            <a:ext cx="780033" cy="780033"/>
          </a:xfrm>
          <a:custGeom>
            <a:avLst/>
            <a:gdLst/>
            <a:ahLst/>
            <a:cxnLst/>
            <a:rect r="r" b="b" t="t" l="l"/>
            <a:pathLst>
              <a:path h="780033" w="780033">
                <a:moveTo>
                  <a:pt x="0" y="0"/>
                </a:moveTo>
                <a:lnTo>
                  <a:pt x="780032" y="0"/>
                </a:lnTo>
                <a:lnTo>
                  <a:pt x="780032" y="780033"/>
                </a:lnTo>
                <a:lnTo>
                  <a:pt x="0" y="780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DAG59Qcj9Q0</dc:identifier>
  <dcterms:modified xsi:type="dcterms:W3CDTF">2011-08-01T06:04:30Z</dcterms:modified>
  <cp:revision>1</cp:revision>
  <dc:title>Res-Q AI_Hackathon Challenge 2025</dc:title>
</cp:coreProperties>
</file>